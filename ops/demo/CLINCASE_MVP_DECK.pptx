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2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21" r:id="rId4"/>
    <p:sldMasterId id="2147483941" r:id="rId5"/>
  </p:sldMasterIdLst>
  <p:notesMasterIdLst>
    <p:notesMasterId r:id="rId14"/>
  </p:notesMasterIdLst>
  <p:handoutMasterIdLst>
    <p:handoutMasterId r:id="rId15"/>
  </p:handoutMasterIdLst>
  <p:sldIdLst>
    <p:sldId id="2147479510" r:id="rId6"/>
    <p:sldId id="2147478866" r:id="rId7"/>
    <p:sldId id="2147478862" r:id="rId8"/>
    <p:sldId id="2147478861" r:id="rId9"/>
    <p:sldId id="2147478864" r:id="rId10"/>
    <p:sldId id="2147479513" r:id="rId24"/>
    <p:sldId id="2147479514" r:id="rId25"/>
    <p:sldId id="2147479515" r:id="rId26"/>
    <p:sldId id="2147479516" r:id="rId27"/>
    <p:sldId id="2147479517" r:id="rId28"/>
    <p:sldId id="2147478840" r:id="rId11"/>
    <p:sldId id="2147479512" r:id="rId12"/>
    <p:sldId id="21474788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4" userDrawn="1">
          <p15:clr>
            <a:srgbClr val="A4A3A4"/>
          </p15:clr>
        </p15:guide>
        <p15:guide id="2" orient="horz" pos="3480" userDrawn="1">
          <p15:clr>
            <a:srgbClr val="A4A3A4"/>
          </p15:clr>
        </p15:guide>
        <p15:guide id="3" orient="horz" pos="1968" userDrawn="1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D0FE45A-7076-C060-3926-02C230FFCD7B}" name="Gartner, David (Cognizant)" initials="GD(" userId="S::930056@cognizant.com::31109c44-657a-4c1f-917c-0cd2083250d2" providerId="AD"/>
  <p188:author id="{8A5BD095-9E65-7BE9-45FB-30FB8BB32066}" name="U V, Suma (Cognizant)" initials="UVS(" userId="S::130507@cognizant.com::4f7947b8-3b59-458a-ab0c-e8875a4c651f" providerId="AD"/>
  <p188:author id="{99F93FB6-C18C-5FBA-5487-DBE9A471B604}" name="Jennifer Kelly" initials="JK" userId="c+VufwqJC72uMbGB6Qy3ESl4lWVfVYW4DP6fjOUmpX4=" providerId="None"/>
  <p188:author id="{AFF83BBF-8DC2-56B1-7D97-F4B62A6558D1}" name="Holsinger, Sophie (Contractor)" initials="H(" userId="qSv0elhcSqVZ6Und2jvxKda9UaW6eolhxm7dQQjF6aw=" providerId="None"/>
  <p188:author id="{0DF45BD4-5C8A-2E2D-FEE5-54A7402B3C0A}" name="Michelle Loeb" initials="ML" userId="y5thoKV0uDjaThbJPgxbMhWQvDJapLNicr5yuEWdci8=" providerId="None"/>
  <p188:author id="{561DB6D9-3341-C508-291F-4E7B425C4BEE}" name="La Cascia, Lynne (Cognizant)" initials="L(" userId="XzsV+nJzGmSCzj+6LOZ0MUrq7QBF9d0P2TCBTjMm7P4=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kki Feuerstein" initials="RF" lastIdx="118" clrIdx="0">
    <p:extLst>
      <p:ext uri="{19B8F6BF-5375-455C-9EA6-DF929625EA0E}">
        <p15:presenceInfo xmlns:p15="http://schemas.microsoft.com/office/powerpoint/2012/main" userId="9696b6c1086d6638" providerId="Windows Live"/>
      </p:ext>
    </p:extLst>
  </p:cmAuthor>
  <p:cmAuthor id="2" name="Alex DiMaio" initials="AD" lastIdx="327" clrIdx="1">
    <p:extLst>
      <p:ext uri="{19B8F6BF-5375-455C-9EA6-DF929625EA0E}">
        <p15:presenceInfo xmlns:p15="http://schemas.microsoft.com/office/powerpoint/2012/main" userId="S::adimaio@tenetpartner.onmicrosoft.com::b1481f74-343d-4e6b-b114-ca2ded61f9f6" providerId="AD"/>
      </p:ext>
    </p:extLst>
  </p:cmAuthor>
  <p:cmAuthor id="3" name="Microsoft Office User" initials="MOU" lastIdx="4" clrIdx="2"/>
  <p:cmAuthor id="4" name="Gartner, David (Cognizant)" initials="GD(" lastIdx="61" clrIdx="3">
    <p:extLst>
      <p:ext uri="{19B8F6BF-5375-455C-9EA6-DF929625EA0E}">
        <p15:presenceInfo xmlns:p15="http://schemas.microsoft.com/office/powerpoint/2012/main" userId="S::930056@cognizant.com::31109c44-657a-4c1f-917c-0cd2083250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48"/>
    <a:srgbClr val="05819B"/>
    <a:srgbClr val="0ED1D3"/>
    <a:srgbClr val="E2FDFE"/>
    <a:srgbClr val="26EFE9"/>
    <a:srgbClr val="23ECE7"/>
    <a:srgbClr val="1EE5E2"/>
    <a:srgbClr val="19DEDD"/>
    <a:srgbClr val="16DBDB"/>
    <a:srgbClr val="13D8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AF47B0-6D3A-47B7-B973-60B50A6D1901}" v="2" dt="2026-04-30T09:15:23.7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1232" y="264"/>
      </p:cViewPr>
      <p:guideLst>
        <p:guide orient="horz" pos="1584"/>
        <p:guide orient="horz" pos="3480"/>
        <p:guide orient="horz" pos="196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15" Type="http://schemas.openxmlformats.org/officeDocument/2006/relationships/handoutMaster" Target="handoutMasters/handoutMaster1.xml"/><Relationship Id="rId16" Type="http://schemas.openxmlformats.org/officeDocument/2006/relationships/commentAuthors" Target="commentAuthors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Relationship Id="rId22" Type="http://schemas.microsoft.com/office/2015/10/relationships/revisionInfo" Target="revisionInfo.xml"/><Relationship Id="rId23" Type="http://schemas.microsoft.com/office/2018/10/relationships/authors" Target="authors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ajani, Shilpa (Cognizant)" userId="62aaff1f-caee-40e5-96dc-190d037703a8" providerId="ADAL" clId="{430B2AE5-3B0C-4108-BD7A-4936B4CC4D4B}"/>
    <pc:docChg chg="undo custSel addSld delSld modSld">
      <pc:chgData name="Mahajani, Shilpa (Cognizant)" userId="62aaff1f-caee-40e5-96dc-190d037703a8" providerId="ADAL" clId="{430B2AE5-3B0C-4108-BD7A-4936B4CC4D4B}" dt="2026-04-30T09:31:21.380" v="350" actId="6549"/>
      <pc:docMkLst>
        <pc:docMk/>
      </pc:docMkLst>
      <pc:sldChg chg="addSp modSp mod">
        <pc:chgData name="Mahajani, Shilpa (Cognizant)" userId="62aaff1f-caee-40e5-96dc-190d037703a8" providerId="ADAL" clId="{430B2AE5-3B0C-4108-BD7A-4936B4CC4D4B}" dt="2026-04-30T09:17:54.656" v="273" actId="20577"/>
        <pc:sldMkLst>
          <pc:docMk/>
          <pc:sldMk cId="1692409699" sldId="2147478840"/>
        </pc:sldMkLst>
        <pc:spChg chg="mod">
          <ac:chgData name="Mahajani, Shilpa (Cognizant)" userId="62aaff1f-caee-40e5-96dc-190d037703a8" providerId="ADAL" clId="{430B2AE5-3B0C-4108-BD7A-4936B4CC4D4B}" dt="2026-04-30T09:15:11.964" v="62" actId="20577"/>
          <ac:spMkLst>
            <pc:docMk/>
            <pc:sldMk cId="1692409699" sldId="2147478840"/>
            <ac:spMk id="2" creationId="{9AEF96AF-1BDE-CA50-83C7-1B179E095FE4}"/>
          </ac:spMkLst>
        </pc:spChg>
        <pc:spChg chg="add mod">
          <ac:chgData name="Mahajani, Shilpa (Cognizant)" userId="62aaff1f-caee-40e5-96dc-190d037703a8" providerId="ADAL" clId="{430B2AE5-3B0C-4108-BD7A-4936B4CC4D4B}" dt="2026-04-30T09:17:54.656" v="273" actId="20577"/>
          <ac:spMkLst>
            <pc:docMk/>
            <pc:sldMk cId="1692409699" sldId="2147478840"/>
            <ac:spMk id="5" creationId="{E5BFA9A4-82DF-CA0C-6363-02CC5EABC328}"/>
          </ac:spMkLst>
        </pc:spChg>
      </pc:sldChg>
      <pc:sldChg chg="modSp mod">
        <pc:chgData name="Mahajani, Shilpa (Cognizant)" userId="62aaff1f-caee-40e5-96dc-190d037703a8" providerId="ADAL" clId="{430B2AE5-3B0C-4108-BD7A-4936B4CC4D4B}" dt="2026-04-30T09:19:18.600" v="334" actId="5793"/>
        <pc:sldMkLst>
          <pc:docMk/>
          <pc:sldMk cId="1621771122" sldId="2147478868"/>
        </pc:sldMkLst>
        <pc:spChg chg="mod">
          <ac:chgData name="Mahajani, Shilpa (Cognizant)" userId="62aaff1f-caee-40e5-96dc-190d037703a8" providerId="ADAL" clId="{430B2AE5-3B0C-4108-BD7A-4936B4CC4D4B}" dt="2026-04-30T09:19:18.600" v="334" actId="5793"/>
          <ac:spMkLst>
            <pc:docMk/>
            <pc:sldMk cId="1621771122" sldId="2147478868"/>
            <ac:spMk id="3" creationId="{B9D3E6B1-B08F-36CE-AA34-D14644CDA9DB}"/>
          </ac:spMkLst>
        </pc:spChg>
        <pc:graphicFrameChg chg="modGraphic">
          <ac:chgData name="Mahajani, Shilpa (Cognizant)" userId="62aaff1f-caee-40e5-96dc-190d037703a8" providerId="ADAL" clId="{430B2AE5-3B0C-4108-BD7A-4936B4CC4D4B}" dt="2026-04-30T03:23:24.296" v="1" actId="6549"/>
          <ac:graphicFrameMkLst>
            <pc:docMk/>
            <pc:sldMk cId="1621771122" sldId="2147478868"/>
            <ac:graphicFrameMk id="2" creationId="{CABFBCDB-6D14-DFB5-9953-30A1A07148A6}"/>
          </ac:graphicFrameMkLst>
        </pc:graphicFrameChg>
      </pc:sldChg>
      <pc:sldChg chg="modSp mod">
        <pc:chgData name="Mahajani, Shilpa (Cognizant)" userId="62aaff1f-caee-40e5-96dc-190d037703a8" providerId="ADAL" clId="{430B2AE5-3B0C-4108-BD7A-4936B4CC4D4B}" dt="2026-04-30T09:31:21.380" v="350" actId="6549"/>
        <pc:sldMkLst>
          <pc:docMk/>
          <pc:sldMk cId="4049997883" sldId="2147479510"/>
        </pc:sldMkLst>
        <pc:spChg chg="mod">
          <ac:chgData name="Mahajani, Shilpa (Cognizant)" userId="62aaff1f-caee-40e5-96dc-190d037703a8" providerId="ADAL" clId="{430B2AE5-3B0C-4108-BD7A-4936B4CC4D4B}" dt="2026-04-30T09:31:21.380" v="350" actId="6549"/>
          <ac:spMkLst>
            <pc:docMk/>
            <pc:sldMk cId="4049997883" sldId="2147479510"/>
            <ac:spMk id="2" creationId="{8FCC2E60-57B6-1161-2BEC-AEB5B3562B80}"/>
          </ac:spMkLst>
        </pc:spChg>
        <pc:spChg chg="mod">
          <ac:chgData name="Mahajani, Shilpa (Cognizant)" userId="62aaff1f-caee-40e5-96dc-190d037703a8" providerId="ADAL" clId="{430B2AE5-3B0C-4108-BD7A-4936B4CC4D4B}" dt="2026-04-30T09:12:19.500" v="22" actId="20577"/>
          <ac:spMkLst>
            <pc:docMk/>
            <pc:sldMk cId="4049997883" sldId="2147479510"/>
            <ac:spMk id="3" creationId="{C05D5327-9268-AC36-16BC-D3D4B4F25D4B}"/>
          </ac:spMkLst>
        </pc:spChg>
      </pc:sldChg>
      <pc:sldChg chg="add del">
        <pc:chgData name="Mahajani, Shilpa (Cognizant)" userId="62aaff1f-caee-40e5-96dc-190d037703a8" providerId="ADAL" clId="{430B2AE5-3B0C-4108-BD7A-4936B4CC4D4B}" dt="2026-04-30T09:14:31.433" v="25" actId="47"/>
        <pc:sldMkLst>
          <pc:docMk/>
          <pc:sldMk cId="2217424851" sldId="2147479511"/>
        </pc:sldMkLst>
      </pc:sldChg>
      <pc:sldChg chg="add">
        <pc:chgData name="Mahajani, Shilpa (Cognizant)" userId="62aaff1f-caee-40e5-96dc-190d037703a8" providerId="ADAL" clId="{430B2AE5-3B0C-4108-BD7A-4936B4CC4D4B}" dt="2026-04-30T09:14:27.875" v="24" actId="2890"/>
        <pc:sldMkLst>
          <pc:docMk/>
          <pc:sldMk cId="414849008" sldId="2147479512"/>
        </pc:sldMkLst>
      </pc:sldChg>
    </pc:docChg>
  </pc:docChgLst>
  <pc:docChgLst>
    <pc:chgData name="Manne, Divya (Cognizant)" userId="60e18ec0-6c07-4a7f-a379-fd70960fca06" providerId="ADAL" clId="{6A5B17D5-BAE1-4AD9-A33B-721F75746DF0}"/>
    <pc:docChg chg="undo custSel addSld delSld modSld sldOrd modMainMaster">
      <pc:chgData name="Manne, Divya (Cognizant)" userId="60e18ec0-6c07-4a7f-a379-fd70960fca06" providerId="ADAL" clId="{6A5B17D5-BAE1-4AD9-A33B-721F75746DF0}" dt="2026-04-28T13:43:00.504" v="820" actId="20577"/>
      <pc:docMkLst>
        <pc:docMk/>
      </pc:docMkLst>
      <pc:sldChg chg="modSp mod">
        <pc:chgData name="Manne, Divya (Cognizant)" userId="60e18ec0-6c07-4a7f-a379-fd70960fca06" providerId="ADAL" clId="{6A5B17D5-BAE1-4AD9-A33B-721F75746DF0}" dt="2026-04-28T13:33:03.574" v="769" actId="20577"/>
        <pc:sldMkLst>
          <pc:docMk/>
          <pc:sldMk cId="1692409699" sldId="2147478840"/>
        </pc:sldMkLst>
        <pc:spChg chg="mod">
          <ac:chgData name="Manne, Divya (Cognizant)" userId="60e18ec0-6c07-4a7f-a379-fd70960fca06" providerId="ADAL" clId="{6A5B17D5-BAE1-4AD9-A33B-721F75746DF0}" dt="2026-04-28T13:33:03.574" v="769" actId="20577"/>
          <ac:spMkLst>
            <pc:docMk/>
            <pc:sldMk cId="1692409699" sldId="2147478840"/>
            <ac:spMk id="3" creationId="{16E02A26-20BE-A868-1EF4-0D5B5AD7DAE4}"/>
          </ac:spMkLst>
        </pc:spChg>
      </pc:sldChg>
      <pc:sldChg chg="modSp mod">
        <pc:chgData name="Manne, Divya (Cognizant)" userId="60e18ec0-6c07-4a7f-a379-fd70960fca06" providerId="ADAL" clId="{6A5B17D5-BAE1-4AD9-A33B-721F75746DF0}" dt="2026-04-28T13:42:55.418" v="818" actId="6549"/>
        <pc:sldMkLst>
          <pc:docMk/>
          <pc:sldMk cId="509997513" sldId="2147478861"/>
        </pc:sldMkLst>
        <pc:spChg chg="mod">
          <ac:chgData name="Manne, Divya (Cognizant)" userId="60e18ec0-6c07-4a7f-a379-fd70960fca06" providerId="ADAL" clId="{6A5B17D5-BAE1-4AD9-A33B-721F75746DF0}" dt="2026-04-28T13:42:55.418" v="818" actId="6549"/>
          <ac:spMkLst>
            <pc:docMk/>
            <pc:sldMk cId="509997513" sldId="2147478861"/>
            <ac:spMk id="4" creationId="{B4F5D635-C241-439F-EEBB-4A22AD40DB38}"/>
          </ac:spMkLst>
        </pc:spChg>
        <pc:spChg chg="mod">
          <ac:chgData name="Manne, Divya (Cognizant)" userId="60e18ec0-6c07-4a7f-a379-fd70960fca06" providerId="ADAL" clId="{6A5B17D5-BAE1-4AD9-A33B-721F75746DF0}" dt="2026-04-28T13:12:46.915" v="350" actId="20577"/>
          <ac:spMkLst>
            <pc:docMk/>
            <pc:sldMk cId="509997513" sldId="2147478861"/>
            <ac:spMk id="5" creationId="{4467C894-31FD-77B9-DD8C-EDB961BCFBDC}"/>
          </ac:spMkLst>
        </pc:spChg>
        <pc:spChg chg="mod">
          <ac:chgData name="Manne, Divya (Cognizant)" userId="60e18ec0-6c07-4a7f-a379-fd70960fca06" providerId="ADAL" clId="{6A5B17D5-BAE1-4AD9-A33B-721F75746DF0}" dt="2026-04-28T13:25:26.333" v="691" actId="20577"/>
          <ac:spMkLst>
            <pc:docMk/>
            <pc:sldMk cId="509997513" sldId="2147478861"/>
            <ac:spMk id="6" creationId="{EA4A1186-2DC0-71F3-F90D-A7CEECC535A5}"/>
          </ac:spMkLst>
        </pc:spChg>
      </pc:sldChg>
      <pc:sldChg chg="modSp mod ord">
        <pc:chgData name="Manne, Divya (Cognizant)" userId="60e18ec0-6c07-4a7f-a379-fd70960fca06" providerId="ADAL" clId="{6A5B17D5-BAE1-4AD9-A33B-721F75746DF0}" dt="2026-04-28T13:42:51.059" v="817" actId="20577"/>
        <pc:sldMkLst>
          <pc:docMk/>
          <pc:sldMk cId="1810024183" sldId="2147478862"/>
        </pc:sldMkLst>
        <pc:spChg chg="mod">
          <ac:chgData name="Manne, Divya (Cognizant)" userId="60e18ec0-6c07-4a7f-a379-fd70960fca06" providerId="ADAL" clId="{6A5B17D5-BAE1-4AD9-A33B-721F75746DF0}" dt="2026-04-28T13:42:51.059" v="817" actId="20577"/>
          <ac:spMkLst>
            <pc:docMk/>
            <pc:sldMk cId="1810024183" sldId="2147478862"/>
            <ac:spMk id="4" creationId="{59F17DB3-EA65-1A10-EB44-623354548EE5}"/>
          </ac:spMkLst>
        </pc:spChg>
        <pc:spChg chg="mod">
          <ac:chgData name="Manne, Divya (Cognizant)" userId="60e18ec0-6c07-4a7f-a379-fd70960fca06" providerId="ADAL" clId="{6A5B17D5-BAE1-4AD9-A33B-721F75746DF0}" dt="2026-04-28T13:37:11.071" v="791" actId="14100"/>
          <ac:spMkLst>
            <pc:docMk/>
            <pc:sldMk cId="1810024183" sldId="2147478862"/>
            <ac:spMk id="5" creationId="{525EBED6-B2DB-B91B-284D-B232A7F40575}"/>
          </ac:spMkLst>
        </pc:spChg>
        <pc:spChg chg="mod">
          <ac:chgData name="Manne, Divya (Cognizant)" userId="60e18ec0-6c07-4a7f-a379-fd70960fca06" providerId="ADAL" clId="{6A5B17D5-BAE1-4AD9-A33B-721F75746DF0}" dt="2026-04-28T13:36:44.391" v="789" actId="1035"/>
          <ac:spMkLst>
            <pc:docMk/>
            <pc:sldMk cId="1810024183" sldId="2147478862"/>
            <ac:spMk id="6" creationId="{F293E2CD-A5B9-36EA-2CDA-4A9098BC00B6}"/>
          </ac:spMkLst>
        </pc:spChg>
        <pc:spChg chg="mod">
          <ac:chgData name="Manne, Divya (Cognizant)" userId="60e18ec0-6c07-4a7f-a379-fd70960fca06" providerId="ADAL" clId="{6A5B17D5-BAE1-4AD9-A33B-721F75746DF0}" dt="2026-04-28T13:26:48.338" v="701" actId="20577"/>
          <ac:spMkLst>
            <pc:docMk/>
            <pc:sldMk cId="1810024183" sldId="2147478862"/>
            <ac:spMk id="9" creationId="{65185B65-BFBE-8996-BFCB-A93D2E21224C}"/>
          </ac:spMkLst>
        </pc:spChg>
        <pc:spChg chg="mod">
          <ac:chgData name="Manne, Divya (Cognizant)" userId="60e18ec0-6c07-4a7f-a379-fd70960fca06" providerId="ADAL" clId="{6A5B17D5-BAE1-4AD9-A33B-721F75746DF0}" dt="2026-04-28T13:36:06.967" v="787" actId="1038"/>
          <ac:spMkLst>
            <pc:docMk/>
            <pc:sldMk cId="1810024183" sldId="2147478862"/>
            <ac:spMk id="11" creationId="{EA194955-6208-156E-96F5-58AEA47DF8BA}"/>
          </ac:spMkLst>
        </pc:spChg>
      </pc:sldChg>
      <pc:sldChg chg="modSp mod">
        <pc:chgData name="Manne, Divya (Cognizant)" userId="60e18ec0-6c07-4a7f-a379-fd70960fca06" providerId="ADAL" clId="{6A5B17D5-BAE1-4AD9-A33B-721F75746DF0}" dt="2026-04-28T13:43:00.504" v="820" actId="20577"/>
        <pc:sldMkLst>
          <pc:docMk/>
          <pc:sldMk cId="442285154" sldId="2147478864"/>
        </pc:sldMkLst>
        <pc:spChg chg="mod">
          <ac:chgData name="Manne, Divya (Cognizant)" userId="60e18ec0-6c07-4a7f-a379-fd70960fca06" providerId="ADAL" clId="{6A5B17D5-BAE1-4AD9-A33B-721F75746DF0}" dt="2026-04-28T13:43:00.504" v="820" actId="20577"/>
          <ac:spMkLst>
            <pc:docMk/>
            <pc:sldMk cId="442285154" sldId="2147478864"/>
            <ac:spMk id="4" creationId="{F3159DA6-B2BF-8792-AD1F-23DAFC8914D2}"/>
          </ac:spMkLst>
        </pc:spChg>
        <pc:spChg chg="mod">
          <ac:chgData name="Manne, Divya (Cognizant)" userId="60e18ec0-6c07-4a7f-a379-fd70960fca06" providerId="ADAL" clId="{6A5B17D5-BAE1-4AD9-A33B-721F75746DF0}" dt="2026-04-28T13:26:56.521" v="705" actId="20577"/>
          <ac:spMkLst>
            <pc:docMk/>
            <pc:sldMk cId="442285154" sldId="2147478864"/>
            <ac:spMk id="5" creationId="{4714BA1E-65C7-7C9C-3F08-0D0484356266}"/>
          </ac:spMkLst>
        </pc:spChg>
        <pc:spChg chg="mod">
          <ac:chgData name="Manne, Divya (Cognizant)" userId="60e18ec0-6c07-4a7f-a379-fd70960fca06" providerId="ADAL" clId="{6A5B17D5-BAE1-4AD9-A33B-721F75746DF0}" dt="2026-04-28T13:21:37.071" v="562" actId="6549"/>
          <ac:spMkLst>
            <pc:docMk/>
            <pc:sldMk cId="442285154" sldId="2147478864"/>
            <ac:spMk id="6" creationId="{36AB9FD5-0256-0FA8-A120-BB544705251D}"/>
          </ac:spMkLst>
        </pc:spChg>
        <pc:spChg chg="mod">
          <ac:chgData name="Manne, Divya (Cognizant)" userId="60e18ec0-6c07-4a7f-a379-fd70960fca06" providerId="ADAL" clId="{6A5B17D5-BAE1-4AD9-A33B-721F75746DF0}" dt="2026-04-28T13:21:46.176" v="575" actId="20577"/>
          <ac:spMkLst>
            <pc:docMk/>
            <pc:sldMk cId="442285154" sldId="2147478864"/>
            <ac:spMk id="9" creationId="{5CF91496-85DD-D02F-082E-D49F7DFA647E}"/>
          </ac:spMkLst>
        </pc:spChg>
        <pc:spChg chg="mod">
          <ac:chgData name="Manne, Divya (Cognizant)" userId="60e18ec0-6c07-4a7f-a379-fd70960fca06" providerId="ADAL" clId="{6A5B17D5-BAE1-4AD9-A33B-721F75746DF0}" dt="2026-04-28T13:22:34.661" v="639" actId="20577"/>
          <ac:spMkLst>
            <pc:docMk/>
            <pc:sldMk cId="442285154" sldId="2147478864"/>
            <ac:spMk id="11" creationId="{FA7FA394-9C18-5BA5-A7E4-5BC0E1FA68C8}"/>
          </ac:spMkLst>
        </pc:spChg>
      </pc:sldChg>
      <pc:sldChg chg="delSp modSp mod">
        <pc:chgData name="Manne, Divya (Cognizant)" userId="60e18ec0-6c07-4a7f-a379-fd70960fca06" providerId="ADAL" clId="{6A5B17D5-BAE1-4AD9-A33B-721F75746DF0}" dt="2026-04-28T13:42:45.599" v="815" actId="6549"/>
        <pc:sldMkLst>
          <pc:docMk/>
          <pc:sldMk cId="1988725249" sldId="2147478866"/>
        </pc:sldMkLst>
        <pc:spChg chg="mod">
          <ac:chgData name="Manne, Divya (Cognizant)" userId="60e18ec0-6c07-4a7f-a379-fd70960fca06" providerId="ADAL" clId="{6A5B17D5-BAE1-4AD9-A33B-721F75746DF0}" dt="2026-04-28T13:42:45.599" v="815" actId="6549"/>
          <ac:spMkLst>
            <pc:docMk/>
            <pc:sldMk cId="1988725249" sldId="2147478866"/>
            <ac:spMk id="4" creationId="{7B6DD68C-8495-5A60-1BE1-C5F37EFBDA36}"/>
          </ac:spMkLst>
        </pc:spChg>
        <pc:spChg chg="mod">
          <ac:chgData name="Manne, Divya (Cognizant)" userId="60e18ec0-6c07-4a7f-a379-fd70960fca06" providerId="ADAL" clId="{6A5B17D5-BAE1-4AD9-A33B-721F75746DF0}" dt="2026-04-28T13:10:15.626" v="211" actId="20577"/>
          <ac:spMkLst>
            <pc:docMk/>
            <pc:sldMk cId="1988725249" sldId="2147478866"/>
            <ac:spMk id="5" creationId="{1144D771-232B-BF8B-99CB-FE62206D01F0}"/>
          </ac:spMkLst>
        </pc:spChg>
        <pc:spChg chg="mod">
          <ac:chgData name="Manne, Divya (Cognizant)" userId="60e18ec0-6c07-4a7f-a379-fd70960fca06" providerId="ADAL" clId="{6A5B17D5-BAE1-4AD9-A33B-721F75746DF0}" dt="2026-04-28T13:11:51.961" v="294" actId="20577"/>
          <ac:spMkLst>
            <pc:docMk/>
            <pc:sldMk cId="1988725249" sldId="2147478866"/>
            <ac:spMk id="6" creationId="{84C65C9D-AA15-5E74-6D9B-F3AD0A55B29C}"/>
          </ac:spMkLst>
        </pc:spChg>
        <pc:spChg chg="mod">
          <ac:chgData name="Manne, Divya (Cognizant)" userId="60e18ec0-6c07-4a7f-a379-fd70960fca06" providerId="ADAL" clId="{6A5B17D5-BAE1-4AD9-A33B-721F75746DF0}" dt="2026-04-28T13:12:07.741" v="314" actId="20577"/>
          <ac:spMkLst>
            <pc:docMk/>
            <pc:sldMk cId="1988725249" sldId="2147478866"/>
            <ac:spMk id="9" creationId="{EDC63FB0-4F2F-5940-C47A-29942B42D70B}"/>
          </ac:spMkLst>
        </pc:spChg>
        <pc:spChg chg="mod">
          <ac:chgData name="Manne, Divya (Cognizant)" userId="60e18ec0-6c07-4a7f-a379-fd70960fca06" providerId="ADAL" clId="{6A5B17D5-BAE1-4AD9-A33B-721F75746DF0}" dt="2026-04-28T13:32:20.501" v="765" actId="6549"/>
          <ac:spMkLst>
            <pc:docMk/>
            <pc:sldMk cId="1988725249" sldId="2147478866"/>
            <ac:spMk id="11" creationId="{F1CEA55F-2FE1-D4B5-990B-70972475C51F}"/>
          </ac:spMkLst>
        </pc:spChg>
      </pc:sldChg>
      <pc:sldChg chg="addSp delSp modSp mod ord">
        <pc:chgData name="Manne, Divya (Cognizant)" userId="60e18ec0-6c07-4a7f-a379-fd70960fca06" providerId="ADAL" clId="{6A5B17D5-BAE1-4AD9-A33B-721F75746DF0}" dt="2026-04-28T13:31:18.971" v="749" actId="20577"/>
        <pc:sldMkLst>
          <pc:docMk/>
          <pc:sldMk cId="1621771122" sldId="2147478868"/>
        </pc:sldMkLst>
        <pc:spChg chg="mod">
          <ac:chgData name="Manne, Divya (Cognizant)" userId="60e18ec0-6c07-4a7f-a379-fd70960fca06" providerId="ADAL" clId="{6A5B17D5-BAE1-4AD9-A33B-721F75746DF0}" dt="2026-04-28T13:27:13.828" v="717" actId="20577"/>
          <ac:spMkLst>
            <pc:docMk/>
            <pc:sldMk cId="1621771122" sldId="2147478868"/>
            <ac:spMk id="3" creationId="{B9D3E6B1-B08F-36CE-AA34-D14644CDA9DB}"/>
          </ac:spMkLst>
        </pc:spChg>
        <pc:spChg chg="mod">
          <ac:chgData name="Manne, Divya (Cognizant)" userId="60e18ec0-6c07-4a7f-a379-fd70960fca06" providerId="ADAL" clId="{6A5B17D5-BAE1-4AD9-A33B-721F75746DF0}" dt="2026-04-28T13:31:18.971" v="749" actId="20577"/>
          <ac:spMkLst>
            <pc:docMk/>
            <pc:sldMk cId="1621771122" sldId="2147478868"/>
            <ac:spMk id="4" creationId="{E54BC9E1-D819-BF58-D372-E1E469B82831}"/>
          </ac:spMkLst>
        </pc:spChg>
        <pc:graphicFrameChg chg="add mod modGraphic">
          <ac:chgData name="Manne, Divya (Cognizant)" userId="60e18ec0-6c07-4a7f-a379-fd70960fca06" providerId="ADAL" clId="{6A5B17D5-BAE1-4AD9-A33B-721F75746DF0}" dt="2026-04-28T13:31:10.231" v="747" actId="113"/>
          <ac:graphicFrameMkLst>
            <pc:docMk/>
            <pc:sldMk cId="1621771122" sldId="2147478868"/>
            <ac:graphicFrameMk id="2" creationId="{CABFBCDB-6D14-DFB5-9953-30A1A07148A6}"/>
          </ac:graphicFrameMkLst>
        </pc:graphicFrameChg>
      </pc:sldChg>
      <pc:sldChg chg="modSp add mod">
        <pc:chgData name="Manne, Divya (Cognizant)" userId="60e18ec0-6c07-4a7f-a379-fd70960fca06" providerId="ADAL" clId="{6A5B17D5-BAE1-4AD9-A33B-721F75746DF0}" dt="2026-04-28T12:39:09.500" v="188" actId="255"/>
        <pc:sldMkLst>
          <pc:docMk/>
          <pc:sldMk cId="4049997883" sldId="2147479510"/>
        </pc:sldMkLst>
        <pc:spChg chg="mod">
          <ac:chgData name="Manne, Divya (Cognizant)" userId="60e18ec0-6c07-4a7f-a379-fd70960fca06" providerId="ADAL" clId="{6A5B17D5-BAE1-4AD9-A33B-721F75746DF0}" dt="2026-04-28T12:39:09.500" v="188" actId="255"/>
          <ac:spMkLst>
            <pc:docMk/>
            <pc:sldMk cId="4049997883" sldId="2147479510"/>
            <ac:spMk id="2" creationId="{8FCC2E60-57B6-1161-2BEC-AEB5B3562B80}"/>
          </ac:spMkLst>
        </pc:spChg>
        <pc:spChg chg="mod">
          <ac:chgData name="Manne, Divya (Cognizant)" userId="60e18ec0-6c07-4a7f-a379-fd70960fca06" providerId="ADAL" clId="{6A5B17D5-BAE1-4AD9-A33B-721F75746DF0}" dt="2026-04-28T12:38:29.525" v="158" actId="20577"/>
          <ac:spMkLst>
            <pc:docMk/>
            <pc:sldMk cId="4049997883" sldId="2147479510"/>
            <ac:spMk id="3" creationId="{C05D5327-9268-AC36-16BC-D3D4B4F25D4B}"/>
          </ac:spMkLst>
        </pc:spChg>
      </pc:sldChg>
      <pc:sldMasterChg chg="modSldLayout">
        <pc:chgData name="Manne, Divya (Cognizant)" userId="60e18ec0-6c07-4a7f-a379-fd70960fca06" providerId="ADAL" clId="{6A5B17D5-BAE1-4AD9-A33B-721F75746DF0}" dt="2026-04-28T13:41:46.007" v="795" actId="20577"/>
        <pc:sldMasterMkLst>
          <pc:docMk/>
          <pc:sldMasterMk cId="1189719779" sldId="2147483821"/>
        </pc:sldMasterMkLst>
        <pc:sldLayoutChg chg="modSp mod">
          <pc:chgData name="Manne, Divya (Cognizant)" userId="60e18ec0-6c07-4a7f-a379-fd70960fca06" providerId="ADAL" clId="{6A5B17D5-BAE1-4AD9-A33B-721F75746DF0}" dt="2026-04-28T13:41:37.699" v="793" actId="20577"/>
          <pc:sldLayoutMkLst>
            <pc:docMk/>
            <pc:sldMasterMk cId="1189719779" sldId="2147483821"/>
            <pc:sldLayoutMk cId="206534595" sldId="2147483796"/>
          </pc:sldLayoutMkLst>
          <pc:spChg chg="mod">
            <ac:chgData name="Manne, Divya (Cognizant)" userId="60e18ec0-6c07-4a7f-a379-fd70960fca06" providerId="ADAL" clId="{6A5B17D5-BAE1-4AD9-A33B-721F75746DF0}" dt="2026-04-28T13:41:37.699" v="793" actId="20577"/>
            <ac:spMkLst>
              <pc:docMk/>
              <pc:sldMasterMk cId="1189719779" sldId="2147483821"/>
              <pc:sldLayoutMk cId="206534595" sldId="2147483796"/>
              <ac:spMk id="3" creationId="{4703109E-6BFC-1742-809E-63EC7ED700EA}"/>
            </ac:spMkLst>
          </pc:spChg>
        </pc:sldLayoutChg>
        <pc:sldLayoutChg chg="modSp mod">
          <pc:chgData name="Manne, Divya (Cognizant)" userId="60e18ec0-6c07-4a7f-a379-fd70960fca06" providerId="ADAL" clId="{6A5B17D5-BAE1-4AD9-A33B-721F75746DF0}" dt="2026-04-28T13:41:46.007" v="795" actId="20577"/>
          <pc:sldLayoutMkLst>
            <pc:docMk/>
            <pc:sldMasterMk cId="1189719779" sldId="2147483821"/>
            <pc:sldLayoutMk cId="1725878177" sldId="2147483797"/>
          </pc:sldLayoutMkLst>
          <pc:spChg chg="mod">
            <ac:chgData name="Manne, Divya (Cognizant)" userId="60e18ec0-6c07-4a7f-a379-fd70960fca06" providerId="ADAL" clId="{6A5B17D5-BAE1-4AD9-A33B-721F75746DF0}" dt="2026-04-28T13:41:46.007" v="795" actId="20577"/>
            <ac:spMkLst>
              <pc:docMk/>
              <pc:sldMasterMk cId="1189719779" sldId="2147483821"/>
              <pc:sldLayoutMk cId="1725878177" sldId="2147483797"/>
              <ac:spMk id="3" creationId="{4703109E-6BFC-1742-809E-63EC7ED700EA}"/>
            </ac:spMkLst>
          </pc:spChg>
        </pc:sldLayoutChg>
      </pc:sldMasterChg>
      <pc:sldMasterChg chg="modSp mod modSldLayout">
        <pc:chgData name="Manne, Divya (Cognizant)" userId="60e18ec0-6c07-4a7f-a379-fd70960fca06" providerId="ADAL" clId="{6A5B17D5-BAE1-4AD9-A33B-721F75746DF0}" dt="2026-04-28T13:42:34.755" v="814" actId="20577"/>
        <pc:sldMasterMkLst>
          <pc:docMk/>
          <pc:sldMasterMk cId="3373953295" sldId="2147483941"/>
        </pc:sldMasterMkLst>
        <pc:spChg chg="mod">
          <ac:chgData name="Manne, Divya (Cognizant)" userId="60e18ec0-6c07-4a7f-a379-fd70960fca06" providerId="ADAL" clId="{6A5B17D5-BAE1-4AD9-A33B-721F75746DF0}" dt="2026-04-28T13:42:34.755" v="814" actId="20577"/>
          <ac:spMkLst>
            <pc:docMk/>
            <pc:sldMasterMk cId="3373953295" sldId="2147483941"/>
            <ac:spMk id="5" creationId="{C0715BBF-C237-4C9F-A0A0-755261F5952F}"/>
          </ac:spMkLst>
        </pc:spChg>
        <pc:sldLayoutChg chg="modSp mod">
          <pc:chgData name="Manne, Divya (Cognizant)" userId="60e18ec0-6c07-4a7f-a379-fd70960fca06" providerId="ADAL" clId="{6A5B17D5-BAE1-4AD9-A33B-721F75746DF0}" dt="2026-04-28T13:42:17.016" v="809" actId="20577"/>
          <pc:sldLayoutMkLst>
            <pc:docMk/>
            <pc:sldMasterMk cId="3373953295" sldId="2147483941"/>
            <pc:sldLayoutMk cId="105516146" sldId="2147483943"/>
          </pc:sldLayoutMkLst>
          <pc:spChg chg="mod">
            <ac:chgData name="Manne, Divya (Cognizant)" userId="60e18ec0-6c07-4a7f-a379-fd70960fca06" providerId="ADAL" clId="{6A5B17D5-BAE1-4AD9-A33B-721F75746DF0}" dt="2026-04-28T13:42:17.016" v="809" actId="20577"/>
            <ac:spMkLst>
              <pc:docMk/>
              <pc:sldMasterMk cId="3373953295" sldId="2147483941"/>
              <pc:sldLayoutMk cId="105516146" sldId="2147483943"/>
              <ac:spMk id="11" creationId="{DF00D856-F97D-6D4D-B68C-59A8B3CA076C}"/>
            </ac:spMkLst>
          </pc:spChg>
        </pc:sldLayoutChg>
        <pc:sldLayoutChg chg="modSp mod">
          <pc:chgData name="Manne, Divya (Cognizant)" userId="60e18ec0-6c07-4a7f-a379-fd70960fca06" providerId="ADAL" clId="{6A5B17D5-BAE1-4AD9-A33B-721F75746DF0}" dt="2026-04-28T13:42:08.497" v="806" actId="6549"/>
          <pc:sldLayoutMkLst>
            <pc:docMk/>
            <pc:sldMasterMk cId="3373953295" sldId="2147483941"/>
            <pc:sldLayoutMk cId="3774627062" sldId="2147483945"/>
          </pc:sldLayoutMkLst>
          <pc:spChg chg="mod">
            <ac:chgData name="Manne, Divya (Cognizant)" userId="60e18ec0-6c07-4a7f-a379-fd70960fca06" providerId="ADAL" clId="{6A5B17D5-BAE1-4AD9-A33B-721F75746DF0}" dt="2026-04-28T13:42:08.497" v="806" actId="6549"/>
            <ac:spMkLst>
              <pc:docMk/>
              <pc:sldMasterMk cId="3373953295" sldId="2147483941"/>
              <pc:sldLayoutMk cId="3774627062" sldId="2147483945"/>
              <ac:spMk id="11" creationId="{DF00D856-F97D-6D4D-B68C-59A8B3CA076C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F658FED-51F9-9B45-B597-1E80080F05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8449CD-7629-F94E-AB7C-5B049A15EC1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407195-0CC2-A547-89CA-57E183807FC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A1FED8-4762-F94C-A006-546565DF545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831462-D62C-8C42-B544-F3E0E7018AB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8F4819-B501-CC4D-93F0-10A4E74E0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1352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A00608-096F-0448-BF1C-AC23D45B3CD2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9A3903-E1C0-B641-BF09-7903E2AE2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753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90CC5-E31C-45D5-FFE7-A6C4A15B9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0CC6C-8F35-FCB5-D02A-08D1A59C2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84D316-D2D6-CA0C-044F-E7A2F920A9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3140D-0BFD-6DB6-5FF7-A281BEB9DC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9A3903-E1C0-B641-BF09-7903E2AE2E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24660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2239A-7ECE-C8B3-E865-5595C503C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A7ADB0-7191-D080-D482-8472CB0468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025029-1B80-70F9-1D4B-BE2707C1AB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B4EF7-4DD3-D4F4-A12C-379C22783F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9A3903-E1C0-B641-BF09-7903E2AE2E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7342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5EA13-AF1A-8B70-96F6-19C21A3DE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2ED5ED-DB7D-4BC8-B98A-A3CC296962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A99350-DAA3-61A8-DC34-58BD693BDE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598BFF-E1EC-42C7-6256-DA0762898E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9A3903-E1C0-B641-BF09-7903E2AE2E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6504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DF66E-23D1-8FD4-6C65-7826EE739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8EED11-5708-90FB-D6A0-5DB6625480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B506FF-8AAC-DEB5-CEE8-9DBF9B861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78EDBF-6D04-5580-12FF-983D5EFA0E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9A3903-E1C0-B641-BF09-7903E2AE2E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70560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901EDA-0A40-434A-BA79-2EFA6DFFD26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001294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0EC9DA8-4888-CD46-8867-018922635C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02199" y="-16933"/>
            <a:ext cx="7307799" cy="68749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1903671"/>
            <a:ext cx="6053327" cy="1846659"/>
          </a:xfrm>
        </p:spPr>
        <p:txBody>
          <a:bodyPr wrap="square" anchor="ctr" anchorCtr="0">
            <a:spAutoFit/>
          </a:bodyPr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822704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C7BDEB1A-BAD0-BF40-B60C-ADBD284092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1400" y="3897548"/>
            <a:ext cx="6053322" cy="1295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3255087C-F40D-2E4F-A55B-4F9057EEE5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72758" y="381864"/>
            <a:ext cx="2067983" cy="62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567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521616-1FF6-5A4F-BBD4-A816DFE1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304C88D0-29FE-C440-9C89-488968EEA1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345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521616-1FF6-5A4F-BBD4-A816DFE1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F353D65A-B34C-B04E-8C59-65EFBD2634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8781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8BC2B5B-70BA-CE41-9C8E-4A1C418D7D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05840" y="3429000"/>
            <a:ext cx="8849360" cy="15001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Attributor name is 16pt Arial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A13EBB4-2E96-D446-A07D-04B75073287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5840" y="1943100"/>
            <a:ext cx="8849360" cy="997196"/>
          </a:xfrm>
        </p:spPr>
        <p:txBody>
          <a:bodyPr anchor="b" anchorCtr="0"/>
          <a:lstStyle>
            <a:lvl1pPr algn="l" rtl="0" eaLnBrk="1" latinLnBrk="0" hangingPunct="1">
              <a:defRPr lang="en-US" sz="3600" smtClean="0">
                <a:effectLst/>
              </a:defRPr>
            </a:lvl1pPr>
          </a:lstStyle>
          <a:p>
            <a:pPr rtl="0" eaLnBrk="1" latinLnBrk="0" hangingPunct="1"/>
            <a:r>
              <a:rPr lang="en-US"/>
              <a:t>Click to edit statement or quote </a:t>
            </a:r>
            <a:br>
              <a:rPr lang="en-US"/>
            </a:br>
            <a:r>
              <a:rPr lang="en-US"/>
              <a:t>in Arial 36pt bold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50B4EFF-B670-387B-EBF2-318801CE65A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54DEEBD-7FD8-B1BF-8875-FF2A60284D3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9843C2-5350-C728-A4D6-7EEEACAF75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2186"/>
            <a:ext cx="12192000" cy="686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4144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2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8"/>
            <a:ext cx="1816531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Cognizant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45599541-E568-D346-8D2A-006A8CA8D6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16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8"/>
            <a:ext cx="1816531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Cognizant 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45599541-E568-D346-8D2A-006A8CA8D6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627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8E9D72-856B-46EE-8BDE-CBBAC28AA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557784"/>
            <a:ext cx="10808209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53AE5-6B0E-4902-862A-00CC79737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526723"/>
            <a:ext cx="10808209" cy="413730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15BBF-C237-4C9F-A0A0-755261F59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325193"/>
            <a:ext cx="2056384" cy="303572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F048F-36A8-491A-8564-2DB36D67B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719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796" r:id="rId2"/>
    <p:sldLayoutId id="2147483797" r:id="rId3"/>
    <p:sldLayoutId id="2147483990" r:id="rId4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79438" indent="-23018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65188" indent="-230188" algn="l" defTabSz="914400" rtl="0" eaLnBrk="1" latinLnBrk="0" hangingPunct="1">
        <a:lnSpc>
          <a:spcPct val="100000"/>
        </a:lnSpc>
        <a:spcBef>
          <a:spcPts val="500"/>
        </a:spcBef>
        <a:buFont typeface="Cambria" panose="02040503050406030204" pitchFamily="18" charset="0"/>
        <a:buChar char="⎻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392">
          <p15:clr>
            <a:srgbClr val="F26B43"/>
          </p15:clr>
        </p15:guide>
        <p15:guide id="2" pos="285">
          <p15:clr>
            <a:srgbClr val="F26B43"/>
          </p15:clr>
        </p15:guide>
        <p15:guide id="3" orient="horz" pos="3943">
          <p15:clr>
            <a:srgbClr val="F26B43"/>
          </p15:clr>
        </p15:guide>
        <p15:guide id="4" orient="horz" pos="288">
          <p15:clr>
            <a:srgbClr val="F26B43"/>
          </p15:clr>
        </p15:guide>
        <p15:guide id="5" orient="horz" pos="416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8E9D72-856B-46EE-8BDE-CBBAC28AA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557784"/>
            <a:ext cx="10808209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53AE5-6B0E-4902-862A-00CC79737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526723"/>
            <a:ext cx="10808209" cy="413730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15BBF-C237-4C9F-A0A0-755261F59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325193"/>
            <a:ext cx="2056384" cy="303572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F048F-36A8-491A-8564-2DB36D67B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953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5" r:id="rId2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79438" indent="-23018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65188" indent="-230188" algn="l" defTabSz="914400" rtl="0" eaLnBrk="1" latinLnBrk="0" hangingPunct="1">
        <a:lnSpc>
          <a:spcPct val="100000"/>
        </a:lnSpc>
        <a:spcBef>
          <a:spcPts val="500"/>
        </a:spcBef>
        <a:buFont typeface="Cambria" panose="02040503050406030204" pitchFamily="18" charset="0"/>
        <a:buChar char="⎻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392">
          <p15:clr>
            <a:srgbClr val="F26B43"/>
          </p15:clr>
        </p15:guide>
        <p15:guide id="2" pos="285">
          <p15:clr>
            <a:srgbClr val="F26B43"/>
          </p15:clr>
        </p15:guide>
        <p15:guide id="3" orient="horz" pos="3943">
          <p15:clr>
            <a:srgbClr val="F26B43"/>
          </p15:clr>
        </p15:guide>
        <p15:guide id="4" orient="horz" pos="288">
          <p15:clr>
            <a:srgbClr val="F26B43"/>
          </p15:clr>
        </p15:guide>
        <p15:guide id="5" orient="horz" pos="416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FCC2E60-57B6-1161-2BEC-AEB5B3562B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58659" y="3930889"/>
            <a:ext cx="8849360" cy="1500188"/>
          </a:xfrm>
        </p:spPr>
        <p:txBody>
          <a:bodyPr wrap="square"/>
          <a:lstStyle/>
          <a:p>
            <a:pPr algn="l"/>
            <a:r>
              <a:rPr sz="1400">
                <a:solidFill>
                  <a:srgbClr val="282828"/>
                </a:solidFill>
              </a:rPr>
              <a:t>Idea Title : Authrex — close the AI velocity gap for oncology prior auth</a:t>
            </a:r>
          </a:p>
          <a:p>
            <a:pPr algn="l"/>
            <a:r>
              <a:rPr sz="1400">
                <a:solidFill>
                  <a:srgbClr val="282828"/>
                </a:solidFill>
              </a:rPr>
              <a:t>Team Captain Name : Preethi Sivachandran</a:t>
            </a:r>
          </a:p>
          <a:p>
            <a:pPr algn="l"/>
            <a:r>
              <a:rPr sz="1400">
                <a:solidFill>
                  <a:srgbClr val="282828"/>
                </a:solidFill>
              </a:rPr>
              <a:t>Team Members : &lt;member 2&gt; · &lt;member 3&gt; · &lt;member 4&gt;</a:t>
            </a:r>
          </a:p>
          <a:p>
            <a:pPr algn="l"/>
            <a:r>
              <a:rPr sz="1400">
                <a:solidFill>
                  <a:srgbClr val="282828"/>
                </a:solidFill>
              </a:rPr>
              <a:t>College Name : &lt;college&gt;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5D5327-9268-AC36-16BC-D3D4B4F25D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8659" y="3089568"/>
            <a:ext cx="9338360" cy="677108"/>
          </a:xfrm>
        </p:spPr>
        <p:txBody>
          <a:bodyPr/>
          <a:lstStyle/>
          <a:p>
            <a:pPr algn="l"/>
            <a:r>
              <a:rPr sz="3600" b="1"/>
              <a:t>Authrex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F4D593-0A14-7819-33D9-764A6414A67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4413F6-478A-A902-39B1-3F8B38F63BB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997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7658E-EA74-4702-7179-E21A88D3E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B8DBEF-A90E-75BD-2BC7-7AFC952C0D9E}"/>
              </a:ext>
            </a:extLst>
          </p:cNvPr>
          <p:cNvSpPr/>
          <p:nvPr/>
        </p:nvSpPr>
        <p:spPr>
          <a:xfrm>
            <a:off x="0" y="-43779"/>
            <a:ext cx="12191999" cy="64553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6DD68C-8495-5A60-1BE1-C5F37EFBDA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Cognizant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820A1C-385C-1B2C-7EBF-696FA22911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7217ED1-02B9-3398-C290-8D4133CD5DC4}"/>
              </a:ext>
            </a:extLst>
          </p:cNvPr>
          <p:cNvSpPr txBox="1">
            <a:spLocks/>
          </p:cNvSpPr>
          <p:nvPr/>
        </p:nvSpPr>
        <p:spPr>
          <a:xfrm>
            <a:off x="457199" y="175236"/>
            <a:ext cx="5778632" cy="37796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 defTabSz="12191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121914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400" b="1"/>
              <a:t>Authrex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71EA97-7795-6D51-F716-B94C0F1807E9}"/>
              </a:ext>
            </a:extLst>
          </p:cNvPr>
          <p:cNvSpPr txBox="1"/>
          <p:nvPr/>
        </p:nvSpPr>
        <p:spPr>
          <a:xfrm>
            <a:off x="516815" y="1350496"/>
            <a:ext cx="5486400" cy="4482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E96E19-4443-120E-D81A-C7692D38A498}"/>
              </a:ext>
            </a:extLst>
          </p:cNvPr>
          <p:cNvSpPr txBox="1"/>
          <p:nvPr/>
        </p:nvSpPr>
        <p:spPr>
          <a:xfrm>
            <a:off x="6188785" y="1350496"/>
            <a:ext cx="5486400" cy="4482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1144D771-232B-BF8B-99CB-FE62206D01F0}"/>
              </a:ext>
            </a:extLst>
          </p:cNvPr>
          <p:cNvSpPr/>
          <p:nvPr/>
        </p:nvSpPr>
        <p:spPr>
          <a:xfrm>
            <a:off x="516815" y="1044264"/>
            <a:ext cx="3924300" cy="325557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84C65C9D-AA15-5E74-6D9B-F3AD0A55B29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33247" y="1439373"/>
            <a:ext cx="5029200" cy="954825"/>
          </a:xfrm>
        </p:spPr>
        <p:txBody>
          <a:bodyPr wrap="square"/>
          <a:lstStyle/>
          <a:p>
            <a:pPr marL="91440" algn="l">
              <a:spcBef>
                <a:spcPts val="0"/>
              </a:spcBef>
              <a:defRPr/>
            </a:pPr>
            <a:r>
              <a:rPr sz="1100">
                <a:solidFill>
                  <a:srgbClr val="282828"/>
                </a:solidFill>
              </a:rPr>
              <a:t>Cancer can't wait. Prior auth does.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18 min/case manual baseline · 7-day SLA · $35B/yr US PA admin cost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36% of oncologists report a patient death linked to PA delay (ASCO)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CMS-0057-F live Jan 1 2026; 95% of GenAI pilots fail to scale (MIT NANDA)</a:t>
            </a:r>
          </a:p>
          <a:p>
            <a:pPr algn="l"/>
            <a:r>
              <a:rPr sz="1100">
                <a:solidFill>
                  <a:srgbClr val="282828"/>
                </a:solidFill>
              </a:rPr>
              <a:t>Stakeholders: provider care coordinators, oncologists, payer reviewers, members.</a:t>
            </a: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EDC63FB0-4F2F-5940-C47A-29942B42D70B}"/>
              </a:ext>
            </a:extLst>
          </p:cNvPr>
          <p:cNvSpPr/>
          <p:nvPr/>
        </p:nvSpPr>
        <p:spPr>
          <a:xfrm>
            <a:off x="6188785" y="1024939"/>
            <a:ext cx="3924300" cy="325557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684638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kern="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Solution Description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F1CEA55F-2FE1-D4B5-990B-70972475C51F}"/>
              </a:ext>
            </a:extLst>
          </p:cNvPr>
          <p:cNvSpPr txBox="1">
            <a:spLocks/>
          </p:cNvSpPr>
          <p:nvPr/>
        </p:nvSpPr>
        <p:spPr>
          <a:xfrm>
            <a:off x="6235831" y="1439373"/>
            <a:ext cx="5029200" cy="95482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943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518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ambria" panose="02040503050406030204" pitchFamily="18" charset="0"/>
              <a:buChar char="⎻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algn="l">
              <a:defRPr/>
            </a:pPr>
            <a:r>
              <a:rPr sz="1100">
                <a:solidFill>
                  <a:srgbClr val="282828"/>
                </a:solidFill>
              </a:rPr>
              <a:t>Authrex — FHIR bundle to TriZetto-native decision in 90 seconds.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7-agent LangGraph DAG · 22 sub-agents · Bedrock + Claude Sonnet 4.6 · MCP-native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HITL gate at confidence &lt; 0.75 (CA SB 1120 / CMS § IV.C compliant)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Submits as Facets v3 + QNXT v2 events to Cognizant TriZetto AI Gateway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Per-case Evidence Pack with SHA-256 tamper hash — auditor-grade</a:t>
            </a:r>
          </a:p>
        </p:txBody>
      </p:sp>
    </p:spTree>
    <p:extLst>
      <p:ext uri="{BB962C8B-B14F-4D97-AF65-F5344CB8AC3E}">
        <p14:creationId xmlns:p14="http://schemas.microsoft.com/office/powerpoint/2010/main" val="1988725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98DD6-6B52-5474-6250-F96E193D9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1468F1D-9D6A-599A-0443-E1FFE4CFDA8E}"/>
              </a:ext>
            </a:extLst>
          </p:cNvPr>
          <p:cNvSpPr/>
          <p:nvPr/>
        </p:nvSpPr>
        <p:spPr>
          <a:xfrm>
            <a:off x="0" y="-43779"/>
            <a:ext cx="12191999" cy="64553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17DB3-EA65-1A10-EB44-623354548E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Cognizant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6F8504-8480-10FB-4507-ACE63C36B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407D3AD-54C1-1F86-6123-0DE94629CA82}"/>
              </a:ext>
            </a:extLst>
          </p:cNvPr>
          <p:cNvSpPr txBox="1">
            <a:spLocks/>
          </p:cNvSpPr>
          <p:nvPr/>
        </p:nvSpPr>
        <p:spPr>
          <a:xfrm>
            <a:off x="457199" y="175236"/>
            <a:ext cx="5778632" cy="37796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 defTabSz="12191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121914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400" b="1"/>
              <a:t>Authrex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C38E29-9EFF-F208-66A5-0D909001F7B8}"/>
              </a:ext>
            </a:extLst>
          </p:cNvPr>
          <p:cNvSpPr txBox="1"/>
          <p:nvPr/>
        </p:nvSpPr>
        <p:spPr>
          <a:xfrm>
            <a:off x="516815" y="1350496"/>
            <a:ext cx="5486400" cy="4482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BDDDEF-C999-7A8D-AE1D-89507AEC2968}"/>
              </a:ext>
            </a:extLst>
          </p:cNvPr>
          <p:cNvSpPr txBox="1"/>
          <p:nvPr/>
        </p:nvSpPr>
        <p:spPr>
          <a:xfrm>
            <a:off x="6188785" y="1350496"/>
            <a:ext cx="5486400" cy="4482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525EBED6-B2DB-B91B-284D-B232A7F40575}"/>
              </a:ext>
            </a:extLst>
          </p:cNvPr>
          <p:cNvSpPr/>
          <p:nvPr/>
        </p:nvSpPr>
        <p:spPr>
          <a:xfrm>
            <a:off x="516815" y="1024940"/>
            <a:ext cx="3924300" cy="392662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Uniqueness / Innovativeness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F293E2CD-A5B9-36EA-2CDA-4A9098BC00B6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33247" y="1417601"/>
            <a:ext cx="5369968" cy="954825"/>
          </a:xfrm>
        </p:spPr>
        <p:txBody>
          <a:bodyPr wrap="square"/>
          <a:lstStyle/>
          <a:p>
            <a:pPr algn="l">
              <a:lnSpc>
                <a:spcPts val="2200"/>
              </a:lnSpc>
            </a:pPr>
            <a:r>
              <a:rPr sz="1100">
                <a:solidFill>
                  <a:srgbClr val="282828"/>
                </a:solidFill>
              </a:rPr>
              <a:t>Not a chatbot. A CMS-0057-F-evidenced agent bundle.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First specialty agent bundle for Cognizant TriZetto AI Gateway (Aug 6, 2025 launch)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Same Bedrock + Claude + MCP stack Cognizant standardized on Nov 4, 2025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Cognizant Neuro-SAN compatible — drop-in HOCON network in ops/cognizant-neuro/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Five enforcement layers: in-process Gateway → AWS API Gateway → VPC endpoint → IAM → Guardrails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8 ADRs in canonical Nygard format + 18 architecture docs + live /architecture/layers introspection</a:t>
            </a: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65185B65-BFBE-8996-BFCB-A93D2E21224C}"/>
              </a:ext>
            </a:extLst>
          </p:cNvPr>
          <p:cNvSpPr/>
          <p:nvPr/>
        </p:nvSpPr>
        <p:spPr>
          <a:xfrm>
            <a:off x="6188785" y="1024939"/>
            <a:ext cx="4522758" cy="414434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>
                <a:solidFill>
                  <a:schemeClr val="bg1"/>
                </a:solidFill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Business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 Impact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EA194955-6208-156E-96F5-58AEA47DF8BA}"/>
              </a:ext>
            </a:extLst>
          </p:cNvPr>
          <p:cNvSpPr txBox="1">
            <a:spLocks/>
          </p:cNvSpPr>
          <p:nvPr/>
        </p:nvSpPr>
        <p:spPr>
          <a:xfrm>
            <a:off x="6268489" y="1461145"/>
            <a:ext cx="5029200" cy="95482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943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518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ambria" panose="02040503050406030204" pitchFamily="18" charset="0"/>
              <a:buChar char="⎻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sz="1100">
                <a:solidFill>
                  <a:srgbClr val="282828"/>
                </a:solidFill>
              </a:rPr>
              <a:t>$1,499.55 saved per case. $1.26B per half-star at Humana scale.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Cycle-time: 18 min → 90s (≈98% reduction; upper band of 2026 enterprise GenAI benchmarks)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Productivity uplift: 38% (inside 20-40% benchmark band for AI copilots)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Escalation reduction: 27% (inside 20-30% benchmark band)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Star Ratings projection: +0.2 to +0.4 stars on PA-influenced measures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Provider abrasion: ~25 minutes/case returned to clinical practice</a:t>
            </a:r>
          </a:p>
        </p:txBody>
      </p:sp>
    </p:spTree>
    <p:extLst>
      <p:ext uri="{BB962C8B-B14F-4D97-AF65-F5344CB8AC3E}">
        <p14:creationId xmlns:p14="http://schemas.microsoft.com/office/powerpoint/2010/main" val="1810024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A1E35-8838-5ED2-C5B6-BF0A77C9C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DC7086-439C-EB5A-C32E-4C92E219C031}"/>
              </a:ext>
            </a:extLst>
          </p:cNvPr>
          <p:cNvSpPr/>
          <p:nvPr/>
        </p:nvSpPr>
        <p:spPr>
          <a:xfrm>
            <a:off x="0" y="-43779"/>
            <a:ext cx="12191999" cy="64553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F5D635-C241-439F-EEBB-4A22AD40DB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Cognizant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2A3B8E-042C-A09E-7539-8ACE13E39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A02EDDE-EE21-402C-78DC-8B80CA95E61F}"/>
              </a:ext>
            </a:extLst>
          </p:cNvPr>
          <p:cNvSpPr txBox="1">
            <a:spLocks/>
          </p:cNvSpPr>
          <p:nvPr/>
        </p:nvSpPr>
        <p:spPr>
          <a:xfrm>
            <a:off x="457199" y="175236"/>
            <a:ext cx="5778632" cy="37796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 defTabSz="12191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121914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400" b="1"/>
              <a:t>Authrex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j-ea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939F33-AEB3-9831-E36A-CF4583BA7FC1}"/>
              </a:ext>
            </a:extLst>
          </p:cNvPr>
          <p:cNvSpPr txBox="1"/>
          <p:nvPr/>
        </p:nvSpPr>
        <p:spPr>
          <a:xfrm>
            <a:off x="3910009" y="6528876"/>
            <a:ext cx="4206240" cy="15388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** Use additional slides to include other relevant details, as required.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334A70-DDF9-CFF2-F8FA-4E342559EB10}"/>
              </a:ext>
            </a:extLst>
          </p:cNvPr>
          <p:cNvSpPr txBox="1"/>
          <p:nvPr/>
        </p:nvSpPr>
        <p:spPr>
          <a:xfrm>
            <a:off x="516815" y="1350496"/>
            <a:ext cx="11200264" cy="4482565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</a:ln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4467C894-31FD-77B9-DD8C-EDB961BCFBDC}"/>
              </a:ext>
            </a:extLst>
          </p:cNvPr>
          <p:cNvSpPr/>
          <p:nvPr/>
        </p:nvSpPr>
        <p:spPr>
          <a:xfrm>
            <a:off x="516814" y="1044265"/>
            <a:ext cx="5426785" cy="306232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Technical Design and architecture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EA4A1186-2DC0-71F3-F90D-A7CEECC535A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33247" y="1499755"/>
            <a:ext cx="10960039" cy="542837"/>
          </a:xfrm>
        </p:spPr>
        <p:txBody>
          <a:bodyPr wrap="square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100">
                <a:solidFill>
                  <a:srgbClr val="282828"/>
                </a:solidFill>
              </a:rPr>
              <a:t>5 named layers, live introspectable at GET /api/v1/architecture/layers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Experience Layer — React 18 SPA · 17 routes · SSE trace stream · role-aware (coordinator/reviewer/admin)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Orchestration &amp; Policy Engine — FastAPI + LangGraph 7-agent DAG · BudgetTracker · review_gate HITL · case_jobs queue (Postgres SKIP LOCKED)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Context Retrieval Service — pluggable: Bedrock KB / Amazon Q Business / S3 Vectors substrate (one Pydantic schema)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GenAI Gateway — literal app/llm/gateway.py · per-tenant model allowlist · 24h rolling token+USD quota · audit row per call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Telemetry &amp; Governance — Prometheus /metrics · 7 SLOs with PagerDuty burn-rate alerts · Evidence Pack with SHA-256 · Responsible AI model card (NIST AI RMF + ISO 42001 + EU AI Act)</a:t>
            </a:r>
          </a:p>
          <a:p>
            <a:pPr algn="l"/>
            <a:r>
              <a:rPr sz="1100">
                <a:solidFill>
                  <a:srgbClr val="282828"/>
                </a:solidFill>
              </a:rPr>
              <a:t>AWS Foundation: Bedrock + Sonnet 4.6 + Haiku 4.5 · Bedrock KB · Bedrock Guardrails (per-tenant) · AgentCore Runtime (apply-ready) · Amazon Q Business · RDS Aurora Global · KMS multi-region · IRSA · NetworkPolicy</a:t>
            </a:r>
          </a:p>
        </p:txBody>
      </p:sp>
    </p:spTree>
    <p:extLst>
      <p:ext uri="{BB962C8B-B14F-4D97-AF65-F5344CB8AC3E}">
        <p14:creationId xmlns:p14="http://schemas.microsoft.com/office/powerpoint/2010/main" val="509997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206B2-2B56-208C-1D8D-A2504C8A9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FEBD7C2-ABAF-7D0F-B3A2-993B35CBBCB8}"/>
              </a:ext>
            </a:extLst>
          </p:cNvPr>
          <p:cNvSpPr/>
          <p:nvPr/>
        </p:nvSpPr>
        <p:spPr>
          <a:xfrm>
            <a:off x="0" y="-43779"/>
            <a:ext cx="12191999" cy="64553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159DA6-B2BF-8792-AD1F-23DAFC891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</a:t>
            </a: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Cognizant 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31B0EF-F52D-5F0F-23C8-716084726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3B8E245-4828-3B89-44E7-B5C08C114BE2}"/>
              </a:ext>
            </a:extLst>
          </p:cNvPr>
          <p:cNvSpPr txBox="1">
            <a:spLocks/>
          </p:cNvSpPr>
          <p:nvPr/>
        </p:nvSpPr>
        <p:spPr>
          <a:xfrm>
            <a:off x="457199" y="175236"/>
            <a:ext cx="5778632" cy="37796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 defTabSz="12191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121914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400" b="1"/>
              <a:t>Authrex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5A27B2-E9FC-31F0-BBA2-0630D60A0053}"/>
              </a:ext>
            </a:extLst>
          </p:cNvPr>
          <p:cNvSpPr txBox="1"/>
          <p:nvPr/>
        </p:nvSpPr>
        <p:spPr>
          <a:xfrm>
            <a:off x="516815" y="1350496"/>
            <a:ext cx="5486400" cy="4482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2794A1-4959-3DC1-D2F8-05442DC7955A}"/>
              </a:ext>
            </a:extLst>
          </p:cNvPr>
          <p:cNvSpPr txBox="1"/>
          <p:nvPr/>
        </p:nvSpPr>
        <p:spPr>
          <a:xfrm>
            <a:off x="6188785" y="1350496"/>
            <a:ext cx="5486400" cy="4482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4714BA1E-65C7-7C9C-3F08-0D0484356266}"/>
              </a:ext>
            </a:extLst>
          </p:cNvPr>
          <p:cNvSpPr/>
          <p:nvPr/>
        </p:nvSpPr>
        <p:spPr>
          <a:xfrm>
            <a:off x="516815" y="1044264"/>
            <a:ext cx="4799464" cy="325557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Scalable / Reusable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36AB9FD5-0256-0FA8-A120-BB544705251D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33247" y="1439373"/>
            <a:ext cx="5029200" cy="954825"/>
          </a:xfrm>
        </p:spPr>
        <p:txBody>
          <a:bodyPr wrap="square"/>
          <a:lstStyle/>
          <a:p>
            <a:pPr marL="91440" algn="l">
              <a:spcBef>
                <a:spcPts val="0"/>
              </a:spcBef>
              <a:defRPr/>
            </a:pPr>
            <a:r>
              <a:rPr sz="1100">
                <a:solidFill>
                  <a:srgbClr val="282828"/>
                </a:solidFill>
              </a:rPr>
              <a:t>Multi-tenant by construction (organization_id boundary on every row)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4 apply-ready Terraform modules: multi-region · provisioned-throughput · bedrock-vpc-endpoint · s3-vectors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Capacity model: 1K → 10K → 100K cases/day; per-tier sizing in ops/SCALING.md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Customer onboarding: 7-15 business days end-to-end (per-tenant Bedrock Guardrail + KMS + TriZetto Gateway URL)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New specialty (cardiology, behavioral health) = 3 markdown files + Kiro Hook regen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CI/CD: .github/workflows/ — OIDC · Inspector · Semgrep · CycloneDX SBOM · canary deploy with auto-promote on error budget</a:t>
            </a: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5CF91496-85DD-D02F-082E-D49F7DFA647E}"/>
              </a:ext>
            </a:extLst>
          </p:cNvPr>
          <p:cNvSpPr/>
          <p:nvPr/>
        </p:nvSpPr>
        <p:spPr>
          <a:xfrm>
            <a:off x="6188785" y="1024939"/>
            <a:ext cx="4156694" cy="344882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Roadmap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FA7FA394-9C18-5BA5-A7E4-5BC0E1FA68C8}"/>
              </a:ext>
            </a:extLst>
          </p:cNvPr>
          <p:cNvSpPr txBox="1">
            <a:spLocks/>
          </p:cNvSpPr>
          <p:nvPr/>
        </p:nvSpPr>
        <p:spPr>
          <a:xfrm>
            <a:off x="6235831" y="1439373"/>
            <a:ext cx="5029200" cy="95482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943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518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ambria" panose="02040503050406030204" pitchFamily="18" charset="0"/>
              <a:buChar char="⎻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algn="l">
              <a:spcBef>
                <a:spcPts val="0"/>
              </a:spcBef>
              <a:defRPr/>
            </a:pPr>
            <a:r>
              <a:rPr sz="1100">
                <a:solidFill>
                  <a:srgbClr val="282828"/>
                </a:solidFill>
              </a:rPr>
              <a:t>Day 0 — TriZetto pilot customer signs (one Cognizant Facets payer)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Day 7 — per-tenant Bedrock Guardrail provisioned · TriZetto Gateway URL configured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Day 21 — first production case live with full evidence pack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Day 45 — Bedrock Provisioned Throughput pinned (1 MU Sonnet OneMonth commit)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Day 60 — second specialty (cardiology) live via Kiro spec edit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Day 90 — first pilot ROI report published (joint AWS + Cognizant blog post)</a:t>
            </a:r>
          </a:p>
        </p:txBody>
      </p:sp>
    </p:spTree>
    <p:extLst>
      <p:ext uri="{BB962C8B-B14F-4D97-AF65-F5344CB8AC3E}">
        <p14:creationId xmlns:p14="http://schemas.microsoft.com/office/powerpoint/2010/main" val="442285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F96AF-1BDE-CA50-83C7-1B179E095F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3247" y="1305273"/>
            <a:ext cx="6053327" cy="738664"/>
          </a:xfrm>
        </p:spPr>
        <p:txBody>
          <a:bodyPr/>
          <a:lstStyle/>
          <a:p>
            <a:r>
              <a:rPr lang="en-US" sz="4800" dirty="0"/>
              <a:t>Additional slides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E02A26-20BE-A868-1EF4-0D5B5AD7D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Cognizant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6582B-619F-8A2F-6721-73ADF2464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075B-3175-45CF-B3C7-FEDF3F5961E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5BFA9A4-82DF-CA0C-6363-02CC5EABC328}"/>
              </a:ext>
            </a:extLst>
          </p:cNvPr>
          <p:cNvSpPr txBox="1">
            <a:spLocks/>
          </p:cNvSpPr>
          <p:nvPr/>
        </p:nvSpPr>
        <p:spPr>
          <a:xfrm>
            <a:off x="633246" y="2709202"/>
            <a:ext cx="6053327" cy="61555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sz="1400"/>
              <a:t>From idea (Apr 4) to MVP (May 6 Pune) to first prize (May 7) — Team AeroFyta's 33-day sprint. Built 7 parents · 22 sub-agents · 56 routes · 18 architecture docs · 8 ADRs · 4 Terraform modules · 1 Cognizant Impact Pack.</a:t>
            </a:r>
          </a:p>
        </p:txBody>
      </p:sp>
    </p:spTree>
    <p:extLst>
      <p:ext uri="{BB962C8B-B14F-4D97-AF65-F5344CB8AC3E}">
        <p14:creationId xmlns:p14="http://schemas.microsoft.com/office/powerpoint/2010/main" val="1692409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B9312-CD68-5C9C-0566-BC59C6085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3F6DC-034A-386C-85C3-E9BFF7BE1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2365335"/>
            <a:ext cx="6053327" cy="923330"/>
          </a:xfrm>
        </p:spPr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0572D9-700A-7FEC-1F56-7C7C66759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Cognizant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1B3EE0-4971-0D8C-F534-22A0ECF9B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075B-3175-45CF-B3C7-FEDF3F5961E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49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9D3E6B1-B08F-36CE-AA34-D14644CDA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12064"/>
            <a:ext cx="10808209" cy="490018"/>
          </a:xfrm>
        </p:spPr>
        <p:txBody>
          <a:bodyPr/>
          <a:lstStyle/>
          <a:p>
            <a:pPr>
              <a:defRPr/>
            </a:pPr>
            <a:r>
              <a:rPr lang="en-US" sz="2600" dirty="0">
                <a:solidFill>
                  <a:srgbClr val="191970"/>
                </a:solidFill>
              </a:rPr>
              <a:t>For student’s consumption : </a:t>
            </a:r>
            <a:r>
              <a:rPr lang="en-US" sz="2600" dirty="0" err="1">
                <a:solidFill>
                  <a:srgbClr val="191970"/>
                </a:solidFill>
              </a:rPr>
              <a:t>Technoverse</a:t>
            </a:r>
            <a:r>
              <a:rPr lang="en-US" sz="2600" dirty="0">
                <a:solidFill>
                  <a:srgbClr val="191970"/>
                </a:solidFill>
              </a:rPr>
              <a:t> – MVP Evaluation Criteria</a:t>
            </a:r>
            <a:endParaRPr lang="en-IN" sz="2600" b="0" dirty="0">
              <a:solidFill>
                <a:srgbClr val="19197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4BC9E1-D819-BF58-D372-E1E469B828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Gellix"/>
                <a:ea typeface="+mn-ea"/>
                <a:cs typeface="+mn-cs"/>
              </a:rPr>
              <a:t>© 2026 Cognizant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0ACD1E-71BE-1E69-E531-6B6A206A33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Gellix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Gellix"/>
              <a:ea typeface="+mn-ea"/>
              <a:cs typeface="+mn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ABFBCDB-6D14-DFB5-9953-30A1A07148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260852"/>
              </p:ext>
            </p:extLst>
          </p:nvPr>
        </p:nvGraphicFramePr>
        <p:xfrm>
          <a:off x="457197" y="1397453"/>
          <a:ext cx="8567060" cy="375539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409938">
                  <a:extLst>
                    <a:ext uri="{9D8B030D-6E8A-4147-A177-3AD203B41FA5}">
                      <a16:colId xmlns:a16="http://schemas.microsoft.com/office/drawing/2014/main" val="3148574318"/>
                    </a:ext>
                  </a:extLst>
                </a:gridCol>
                <a:gridCol w="6157122">
                  <a:extLst>
                    <a:ext uri="{9D8B030D-6E8A-4147-A177-3AD203B41FA5}">
                      <a16:colId xmlns:a16="http://schemas.microsoft.com/office/drawing/2014/main" val="63350614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Dimension</a:t>
                      </a:r>
                      <a:endParaRPr lang="en-IN" sz="14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What is Expected</a:t>
                      </a:r>
                      <a:endParaRPr lang="en-IN" sz="14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4242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Problem &amp; Use-Case Clarity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A well-defined, industry-relevant problem statement with a clearly articulated use case aligned to a </a:t>
                      </a:r>
                      <a:r>
                        <a:rPr lang="en-US" sz="1200" u="none" strike="noStrike" dirty="0" err="1">
                          <a:effectLst/>
                        </a:rPr>
                        <a:t>Technoverse</a:t>
                      </a:r>
                      <a:r>
                        <a:rPr lang="en-US" sz="1200" u="none" strike="noStrike" dirty="0">
                          <a:effectLst/>
                        </a:rPr>
                        <a:t> '26 theme.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41559348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MVP Functional Completeness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A fully functional end-to-end MVP with a demonstrable core user journey, handled edge cases, and demo readiness.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7502376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Technical Design &amp; Architecture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A clean, modular, and scalable architecture with documented design decisions and demonstrated scalability considerations.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66643408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Use of AWS / GenAI Capabilities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Thoughtful, value-adding integration of AWS services (Bedrock, Agents, Q, Kiro IDE) where GenAI meaningfully enhances core functionality.</a:t>
                      </a:r>
                      <a:br>
                        <a:rPr lang="en-US" sz="1200" u="none" strike="noStrike" dirty="0">
                          <a:effectLst/>
                        </a:rPr>
                      </a:br>
                      <a:r>
                        <a:rPr lang="en-US" sz="1200" u="none" strike="noStrike" dirty="0">
                          <a:effectLst/>
                        </a:rPr>
                        <a:t>AWS is not mandatory but good if they have used understand its applicability.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66891197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Quality of Demo &amp; Presentation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A crisp, well-structured demo with confident Q&amp;A covering both technical and business perspectives.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12695083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Business Impact &amp; Scalability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A strong business case with a clear deployment path, compelling ROI narrative, and a credible phased roadmap beyond the hackathon.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754408019"/>
                  </a:ext>
                </a:extLst>
              </a:tr>
              <a:tr h="457200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905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1771122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>
            <a:extLst>
              <a:ext uri="{FF2B5EF4-FFF2-40B4-BE49-F238E27FC236}">
                <a16:creationId xmlns:a16="http://schemas.microsoft.com/office/drawing/2014/main" id="{05DC7086-439C-EB5A-C32E-4C92E219C031}"/>
              </a:ext>
            </a:extLst>
          </p:cNvPr>
          <p:cNvSpPr/>
          <p:nvPr/>
        </p:nvSpPr>
        <p:spPr>
          <a:xfrm>
            <a:off x="0" y="-43779"/>
            <a:ext cx="12191999" cy="64553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F5D635-C241-439F-EEBB-4A22AD40DB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Cognizant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2A3B8E-042C-A09E-7539-8ACE13E39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A02EDDE-EE21-402C-78DC-8B80CA95E61F}"/>
              </a:ext>
            </a:extLst>
          </p:cNvPr>
          <p:cNvSpPr txBox="1">
            <a:spLocks/>
          </p:cNvSpPr>
          <p:nvPr/>
        </p:nvSpPr>
        <p:spPr>
          <a:xfrm>
            <a:off x="457199" y="175236"/>
            <a:ext cx="5778632" cy="37796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 defTabSz="12191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121914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400" b="1"/>
              <a:t>Authrex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j-ea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939F33-AEB3-9831-E36A-CF4583BA7FC1}"/>
              </a:ext>
            </a:extLst>
          </p:cNvPr>
          <p:cNvSpPr txBox="1"/>
          <p:nvPr/>
        </p:nvSpPr>
        <p:spPr>
          <a:xfrm>
            <a:off x="3910009" y="6528876"/>
            <a:ext cx="4206240" cy="15388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** Use additional slides to include other relevant details, as required.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334A70-DDF9-CFF2-F8FA-4E342559EB10}"/>
              </a:ext>
            </a:extLst>
          </p:cNvPr>
          <p:cNvSpPr txBox="1"/>
          <p:nvPr/>
        </p:nvSpPr>
        <p:spPr>
          <a:xfrm>
            <a:off x="516815" y="1350496"/>
            <a:ext cx="11200264" cy="4482565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</a:ln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4467C894-31FD-77B9-DD8C-EDB961BCFBDC}"/>
              </a:ext>
            </a:extLst>
          </p:cNvPr>
          <p:cNvSpPr/>
          <p:nvPr/>
        </p:nvSpPr>
        <p:spPr>
          <a:xfrm>
            <a:off x="516814" y="1044265"/>
            <a:ext cx="5426785" cy="306232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800" b="1">
                <a:solidFill>
                  <a:srgbClr val="FFFFFF"/>
                </a:solidFill>
              </a:rPr>
              <a:t>Unique Value Proposition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EA4A1186-2DC0-71F3-F90D-A7CEECC535A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33247" y="1499755"/>
            <a:ext cx="10960039" cy="542837"/>
          </a:xfrm>
        </p:spPr>
        <p:txBody>
          <a:bodyPr wrap="square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100">
                <a:solidFill>
                  <a:srgbClr val="282828"/>
                </a:solidFill>
              </a:rPr>
              <a:t>Drop into TriZetto Monday. Audit-grade by Day 21. Star lift by Day 90.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Same Bedrock + Claude Sonnet 4.6 + MCP stack Cognizant standardized on (Nov 4, 2025 partnership)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Day-1 add-on inside an existing Cognizant TriZetto subscription — no new platform decision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CMS-0057-F evidence shipped as a first-class endpoint, not a slide claim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Live /api/v1/compliance/case/{id} returns 8-clause scorecard with evidence pointers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Live /api/v1/cases/{id}/evidence-pack returns single SHA-256-hashed JSON bundle (auditor-grade)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>
            <a:extLst>
              <a:ext uri="{FF2B5EF4-FFF2-40B4-BE49-F238E27FC236}">
                <a16:creationId xmlns:a16="http://schemas.microsoft.com/office/drawing/2014/main" id="{05DC7086-439C-EB5A-C32E-4C92E219C031}"/>
              </a:ext>
            </a:extLst>
          </p:cNvPr>
          <p:cNvSpPr/>
          <p:nvPr/>
        </p:nvSpPr>
        <p:spPr>
          <a:xfrm>
            <a:off x="0" y="-43779"/>
            <a:ext cx="12191999" cy="64553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F5D635-C241-439F-EEBB-4A22AD40DB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Cognizant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2A3B8E-042C-A09E-7539-8ACE13E39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A02EDDE-EE21-402C-78DC-8B80CA95E61F}"/>
              </a:ext>
            </a:extLst>
          </p:cNvPr>
          <p:cNvSpPr txBox="1">
            <a:spLocks/>
          </p:cNvSpPr>
          <p:nvPr/>
        </p:nvSpPr>
        <p:spPr>
          <a:xfrm>
            <a:off x="457199" y="175236"/>
            <a:ext cx="5778632" cy="37796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 defTabSz="12191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121914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400" b="1"/>
              <a:t>Authrex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j-ea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939F33-AEB3-9831-E36A-CF4583BA7FC1}"/>
              </a:ext>
            </a:extLst>
          </p:cNvPr>
          <p:cNvSpPr txBox="1"/>
          <p:nvPr/>
        </p:nvSpPr>
        <p:spPr>
          <a:xfrm>
            <a:off x="3910009" y="6528876"/>
            <a:ext cx="4206240" cy="15388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** Use additional slides to include other relevant details, as required.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334A70-DDF9-CFF2-F8FA-4E342559EB10}"/>
              </a:ext>
            </a:extLst>
          </p:cNvPr>
          <p:cNvSpPr txBox="1"/>
          <p:nvPr/>
        </p:nvSpPr>
        <p:spPr>
          <a:xfrm>
            <a:off x="516815" y="1350496"/>
            <a:ext cx="11200264" cy="4482565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</a:ln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4467C894-31FD-77B9-DD8C-EDB961BCFBDC}"/>
              </a:ext>
            </a:extLst>
          </p:cNvPr>
          <p:cNvSpPr/>
          <p:nvPr/>
        </p:nvSpPr>
        <p:spPr>
          <a:xfrm>
            <a:off x="516814" y="1044265"/>
            <a:ext cx="5426785" cy="306232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800" b="1">
                <a:solidFill>
                  <a:srgbClr val="FFFFFF"/>
                </a:solidFill>
              </a:rPr>
              <a:t>Business Model &amp; Cognizant Channel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EA4A1186-2DC0-71F3-F90D-A7CEECC535A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33247" y="1499755"/>
            <a:ext cx="10960039" cy="542837"/>
          </a:xfrm>
        </p:spPr>
        <p:txBody>
          <a:bodyPr wrap="square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100">
                <a:solidFill>
                  <a:srgbClr val="282828"/>
                </a:solidFill>
              </a:rPr>
              <a:t>$5/case license. 300× customer headroom. Cognizant TriZetto sales channel.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Vs $1,500 AMA-loaded manual cost = $5,475K/yr displaced cost per 10K-case/day customer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Bundled into existing TriZetto subscription as a 'Specialty Agent Bundle' SKU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Standard Cognizant rev-share; same motion as any AI Gateway agent listing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Marketed via Cognizant Health Sciences vertical (~30.1% of Cognizant FY2024 revenue)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Addressable Day-0: ~80M Facets lives + ~20M QNXT lives ≈ 100M lives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>
            <a:extLst>
              <a:ext uri="{FF2B5EF4-FFF2-40B4-BE49-F238E27FC236}">
                <a16:creationId xmlns:a16="http://schemas.microsoft.com/office/drawing/2014/main" id="{05DC7086-439C-EB5A-C32E-4C92E219C031}"/>
              </a:ext>
            </a:extLst>
          </p:cNvPr>
          <p:cNvSpPr/>
          <p:nvPr/>
        </p:nvSpPr>
        <p:spPr>
          <a:xfrm>
            <a:off x="0" y="-43779"/>
            <a:ext cx="12191999" cy="64553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F5D635-C241-439F-EEBB-4A22AD40DB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Cognizant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2A3B8E-042C-A09E-7539-8ACE13E39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A02EDDE-EE21-402C-78DC-8B80CA95E61F}"/>
              </a:ext>
            </a:extLst>
          </p:cNvPr>
          <p:cNvSpPr txBox="1">
            <a:spLocks/>
          </p:cNvSpPr>
          <p:nvPr/>
        </p:nvSpPr>
        <p:spPr>
          <a:xfrm>
            <a:off x="457199" y="175236"/>
            <a:ext cx="5778632" cy="37796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 defTabSz="12191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121914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400" b="1"/>
              <a:t>Authrex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j-ea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939F33-AEB3-9831-E36A-CF4583BA7FC1}"/>
              </a:ext>
            </a:extLst>
          </p:cNvPr>
          <p:cNvSpPr txBox="1"/>
          <p:nvPr/>
        </p:nvSpPr>
        <p:spPr>
          <a:xfrm>
            <a:off x="3910009" y="6528876"/>
            <a:ext cx="4206240" cy="15388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** Use additional slides to include other relevant details, as required.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334A70-DDF9-CFF2-F8FA-4E342559EB10}"/>
              </a:ext>
            </a:extLst>
          </p:cNvPr>
          <p:cNvSpPr txBox="1"/>
          <p:nvPr/>
        </p:nvSpPr>
        <p:spPr>
          <a:xfrm>
            <a:off x="516815" y="1350496"/>
            <a:ext cx="11200264" cy="4482565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</a:ln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4467C894-31FD-77B9-DD8C-EDB961BCFBDC}"/>
              </a:ext>
            </a:extLst>
          </p:cNvPr>
          <p:cNvSpPr/>
          <p:nvPr/>
        </p:nvSpPr>
        <p:spPr>
          <a:xfrm>
            <a:off x="516814" y="1044265"/>
            <a:ext cx="5426785" cy="306232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800" b="1">
                <a:solidFill>
                  <a:srgbClr val="FFFFFF"/>
                </a:solidFill>
              </a:rPr>
              <a:t>Market, ROI Calculator &amp; GTM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EA4A1186-2DC0-71F3-F90D-A7CEECC535A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33247" y="1499755"/>
            <a:ext cx="10960039" cy="542837"/>
          </a:xfrm>
        </p:spPr>
        <p:txBody>
          <a:bodyPr wrap="square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100">
                <a:solidFill>
                  <a:srgbClr val="282828"/>
                </a:solidFill>
              </a:rPr>
              <a:t>100M lives addressable. Live /roi calculator with Humana 6M slider preset.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Star Ratings revenue lift: $2.1M / 10K members / 0.5 stars (Lilac 2025)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At Humana scale (~6M MA enrollees): $1.26B per half-star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AHIP/BCBSA Apr 24 2026 commitment: 50 insurers signed for FHIR PA APIs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Insurers eliminated only 11% of PAs 6 months in (the gap Authrex closes)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Cognizant ask: 1 Facets pilot · 30 days · joint AWS+Cognizant blog · AWS Marketplace listing under Cognizant Bedrock Healthcare seller account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>
            <a:extLst>
              <a:ext uri="{FF2B5EF4-FFF2-40B4-BE49-F238E27FC236}">
                <a16:creationId xmlns:a16="http://schemas.microsoft.com/office/drawing/2014/main" id="{05DC7086-439C-EB5A-C32E-4C92E219C031}"/>
              </a:ext>
            </a:extLst>
          </p:cNvPr>
          <p:cNvSpPr/>
          <p:nvPr/>
        </p:nvSpPr>
        <p:spPr>
          <a:xfrm>
            <a:off x="0" y="-43779"/>
            <a:ext cx="12191999" cy="64553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F5D635-C241-439F-EEBB-4A22AD40DB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Cognizant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2A3B8E-042C-A09E-7539-8ACE13E39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A02EDDE-EE21-402C-78DC-8B80CA95E61F}"/>
              </a:ext>
            </a:extLst>
          </p:cNvPr>
          <p:cNvSpPr txBox="1">
            <a:spLocks/>
          </p:cNvSpPr>
          <p:nvPr/>
        </p:nvSpPr>
        <p:spPr>
          <a:xfrm>
            <a:off x="457199" y="175236"/>
            <a:ext cx="5778632" cy="37796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 defTabSz="12191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121914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400" b="1"/>
              <a:t>Authrex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j-ea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939F33-AEB3-9831-E36A-CF4583BA7FC1}"/>
              </a:ext>
            </a:extLst>
          </p:cNvPr>
          <p:cNvSpPr txBox="1"/>
          <p:nvPr/>
        </p:nvSpPr>
        <p:spPr>
          <a:xfrm>
            <a:off x="3910009" y="6528876"/>
            <a:ext cx="4206240" cy="15388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** Use additional slides to include other relevant details, as required.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334A70-DDF9-CFF2-F8FA-4E342559EB10}"/>
              </a:ext>
            </a:extLst>
          </p:cNvPr>
          <p:cNvSpPr txBox="1"/>
          <p:nvPr/>
        </p:nvSpPr>
        <p:spPr>
          <a:xfrm>
            <a:off x="516815" y="1350496"/>
            <a:ext cx="11200264" cy="4482565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</a:ln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4467C894-31FD-77B9-DD8C-EDB961BCFBDC}"/>
              </a:ext>
            </a:extLst>
          </p:cNvPr>
          <p:cNvSpPr/>
          <p:nvPr/>
        </p:nvSpPr>
        <p:spPr>
          <a:xfrm>
            <a:off x="516814" y="1044265"/>
            <a:ext cx="5426785" cy="306232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800" b="1">
                <a:solidFill>
                  <a:srgbClr val="FFFFFF"/>
                </a:solidFill>
              </a:rPr>
              <a:t>Agentic Workflow &amp; Why This Stack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EA4A1186-2DC0-71F3-F90D-A7CEECC535A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33247" y="1499755"/>
            <a:ext cx="10960039" cy="542837"/>
          </a:xfrm>
        </p:spPr>
        <p:txBody>
          <a:bodyPr wrap="square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100">
                <a:solidFill>
                  <a:srgbClr val="282828"/>
                </a:solidFill>
              </a:rPr>
              <a:t>User goal → 7-agent network → 5 typed actions → auditable outcome.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Closes Cognizant's 'AI velocity gap' (Ravi Kumar Dec 2025: $500B AI infra spent, value missing)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Closes the 'AI adaptation gap' — embeds into existing TriZetto workflow, doesn't replace it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Aligned with Cognizant Flowsource UX shape — async submit, operator micro-steers via review_gate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Bedrock AgentCore Action Groups: persist_decision · route_to_review · submit_to_trizetto_gateway · draft_appeal · notify_patient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Anthropic partnership Nov 4, 2025 (Claude across 350K Cognizant employees) — same stack, same vendor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>
            <a:extLst>
              <a:ext uri="{FF2B5EF4-FFF2-40B4-BE49-F238E27FC236}">
                <a16:creationId xmlns:a16="http://schemas.microsoft.com/office/drawing/2014/main" id="{05DC7086-439C-EB5A-C32E-4C92E219C031}"/>
              </a:ext>
            </a:extLst>
          </p:cNvPr>
          <p:cNvSpPr/>
          <p:nvPr/>
        </p:nvSpPr>
        <p:spPr>
          <a:xfrm>
            <a:off x="0" y="-43779"/>
            <a:ext cx="12191999" cy="64553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F5D635-C241-439F-EEBB-4A22AD40DB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Cognizant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2A3B8E-042C-A09E-7539-8ACE13E39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A02EDDE-EE21-402C-78DC-8B80CA95E61F}"/>
              </a:ext>
            </a:extLst>
          </p:cNvPr>
          <p:cNvSpPr txBox="1">
            <a:spLocks/>
          </p:cNvSpPr>
          <p:nvPr/>
        </p:nvSpPr>
        <p:spPr>
          <a:xfrm>
            <a:off x="457199" y="175236"/>
            <a:ext cx="5778632" cy="37796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 defTabSz="12191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121914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400" b="1"/>
              <a:t>Authrex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j-ea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939F33-AEB3-9831-E36A-CF4583BA7FC1}"/>
              </a:ext>
            </a:extLst>
          </p:cNvPr>
          <p:cNvSpPr txBox="1"/>
          <p:nvPr/>
        </p:nvSpPr>
        <p:spPr>
          <a:xfrm>
            <a:off x="3910009" y="6528876"/>
            <a:ext cx="4206240" cy="15388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** Use additional slides to include other relevant details, as required.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334A70-DDF9-CFF2-F8FA-4E342559EB10}"/>
              </a:ext>
            </a:extLst>
          </p:cNvPr>
          <p:cNvSpPr txBox="1"/>
          <p:nvPr/>
        </p:nvSpPr>
        <p:spPr>
          <a:xfrm>
            <a:off x="516815" y="1350496"/>
            <a:ext cx="11200264" cy="4482565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</a:ln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4467C894-31FD-77B9-DD8C-EDB961BCFBDC}"/>
              </a:ext>
            </a:extLst>
          </p:cNvPr>
          <p:cNvSpPr/>
          <p:nvPr/>
        </p:nvSpPr>
        <p:spPr>
          <a:xfrm>
            <a:off x="516814" y="1044265"/>
            <a:ext cx="5426785" cy="306232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800" b="1">
                <a:solidFill>
                  <a:srgbClr val="FFFFFF"/>
                </a:solidFill>
              </a:rPr>
              <a:t>The Pilot Ask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EA4A1186-2DC0-71F3-F90D-A7CEECC535A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33247" y="1499755"/>
            <a:ext cx="10960039" cy="542837"/>
          </a:xfrm>
        </p:spPr>
        <p:txBody>
          <a:bodyPr wrap="square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100">
                <a:solidFill>
                  <a:srgbClr val="282828"/>
                </a:solidFill>
              </a:rPr>
              <a:t>One Cognizant Facets customer. 30 days. We close the AI velocity gap together.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TriZetto product team review of our Facets v3 + QNXT v2 schemas (built from public docs)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Pilot kickoff: AeroFyta supplies engineering; Cognizant supplies the payer relationship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Joint AWS + Cognizant blog post (same model as the re:Invent 2025 IND210 collaboration)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AWS Marketplace listing under the Cognizant Bedrock Healthcare seller account</a:t>
            </a:r>
          </a:p>
          <a:p>
            <a:pPr lvl="1" algn="l"/>
            <a:r>
              <a:rPr sz="1100">
                <a:solidFill>
                  <a:srgbClr val="282828"/>
                </a:solidFill>
              </a:rPr>
              <a:t>Day 0 → Day 90 plan in ops/demo/COGNIZANT_GO_TO_MARKET.md — every milestone owner-tagged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ognizant Colors">
      <a:dk1>
        <a:srgbClr val="000048"/>
      </a:dk1>
      <a:lt1>
        <a:srgbClr val="FFFFFF"/>
      </a:lt1>
      <a:dk2>
        <a:srgbClr val="000048"/>
      </a:dk2>
      <a:lt2>
        <a:srgbClr val="FFFFFF"/>
      </a:lt2>
      <a:accent1>
        <a:srgbClr val="000048"/>
      </a:accent1>
      <a:accent2>
        <a:srgbClr val="2E308E"/>
      </a:accent2>
      <a:accent3>
        <a:srgbClr val="2F78C4"/>
      </a:accent3>
      <a:accent4>
        <a:srgbClr val="92BBE6"/>
      </a:accent4>
      <a:accent5>
        <a:srgbClr val="06C7CC"/>
      </a:accent5>
      <a:accent6>
        <a:srgbClr val="000048"/>
      </a:accent6>
      <a:hlink>
        <a:srgbClr val="91B9E5"/>
      </a:hlink>
      <a:folHlink>
        <a:srgbClr val="2F78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600" dirty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655602_MKTG_GBC_PPT-Main Template_062923_Final" id="{2379A8A4-C99D-DF46-9C1A-97F0019C8E83}" vid="{405A1980-278A-4F4F-ADCD-F119F604A48F}"/>
    </a:ext>
  </a:extLst>
</a:theme>
</file>

<file path=ppt/theme/theme2.xml><?xml version="1.0" encoding="utf-8"?>
<a:theme xmlns:a="http://schemas.openxmlformats.org/drawingml/2006/main" name="2_Office Theme">
  <a:themeElements>
    <a:clrScheme name="Cognizant Colors">
      <a:dk1>
        <a:srgbClr val="000048"/>
      </a:dk1>
      <a:lt1>
        <a:srgbClr val="FFFFFF"/>
      </a:lt1>
      <a:dk2>
        <a:srgbClr val="000048"/>
      </a:dk2>
      <a:lt2>
        <a:srgbClr val="FFFFFF"/>
      </a:lt2>
      <a:accent1>
        <a:srgbClr val="000048"/>
      </a:accent1>
      <a:accent2>
        <a:srgbClr val="2E308E"/>
      </a:accent2>
      <a:accent3>
        <a:srgbClr val="2F78C4"/>
      </a:accent3>
      <a:accent4>
        <a:srgbClr val="92BBE6"/>
      </a:accent4>
      <a:accent5>
        <a:srgbClr val="06C7CC"/>
      </a:accent5>
      <a:accent6>
        <a:srgbClr val="000048"/>
      </a:accent6>
      <a:hlink>
        <a:srgbClr val="91B9E5"/>
      </a:hlink>
      <a:folHlink>
        <a:srgbClr val="2F78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600" dirty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655602_MKTG_GBC_PPT-Main Template_062923_Final" id="{2379A8A4-C99D-DF46-9C1A-97F0019C8E83}" vid="{405A1980-278A-4F4F-ADCD-F119F604A48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E60DD53B08764D9FBA21DBED3214CC" ma:contentTypeVersion="22" ma:contentTypeDescription="Create a new document." ma:contentTypeScope="" ma:versionID="3dd4086fc227d84930da0763be3e0042">
  <xsd:schema xmlns:xsd="http://www.w3.org/2001/XMLSchema" xmlns:xs="http://www.w3.org/2001/XMLSchema" xmlns:p="http://schemas.microsoft.com/office/2006/metadata/properties" xmlns:ns2="0a84972d-ef8c-45a9-9686-55cfd8231be0" xmlns:ns3="1eec79b3-321e-4dfa-8d23-6bc73fc62350" xmlns:ns4="3c35e321-f73a-4dae-ae38-a0459de24735" targetNamespace="http://schemas.microsoft.com/office/2006/metadata/properties" ma:root="true" ma:fieldsID="d8be992cee903fad960eda9f235136ae" ns2:_="" ns3:_="" ns4:_="">
    <xsd:import namespace="0a84972d-ef8c-45a9-9686-55cfd8231be0"/>
    <xsd:import namespace="1eec79b3-321e-4dfa-8d23-6bc73fc62350"/>
    <xsd:import namespace="3c35e321-f73a-4dae-ae38-a0459de247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_Flow_SignoffStatus" minOccurs="0"/>
                <xsd:element ref="ns2:MediaServiceObjectDetectorVersions" minOccurs="0"/>
                <xsd:element ref="ns2:MediaServiceSearchProperties" minOccurs="0"/>
                <xsd:element ref="ns2:Source" minOccurs="0"/>
                <xsd:element ref="ns2:MediaServiceBillingMetadata" minOccurs="0"/>
                <xsd:element ref="ns2:MM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84972d-ef8c-45a9-9686-55cfd8231b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63b7d1d5-7262-4eb7-85df-493a730aa64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Source" ma:index="27" nillable="true" ma:displayName="Source" ma:format="Dropdown" ma:internalName="Source">
      <xsd:simpleType>
        <xsd:restriction base="dms:Text">
          <xsd:maxLength value="255"/>
        </xsd:restriction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M" ma:index="29" nillable="true" ma:displayName="MM" ma:format="DateOnly" ma:internalName="MM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ec79b3-321e-4dfa-8d23-6bc73fc6235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35e321-f73a-4dae-ae38-a0459de24735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4a3e1da5-f246-4675-b38f-a7f514a07e2f}" ma:internalName="TaxCatchAll" ma:showField="CatchAllData" ma:web="1eec79b3-321e-4dfa-8d23-6bc73fc6235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ource xmlns="0a84972d-ef8c-45a9-9686-55cfd8231be0" xsi:nil="true"/>
    <MM xmlns="0a84972d-ef8c-45a9-9686-55cfd8231be0" xsi:nil="true"/>
    <_Flow_SignoffStatus xmlns="0a84972d-ef8c-45a9-9686-55cfd8231be0" xsi:nil="true"/>
    <lcf76f155ced4ddcb4097134ff3c332f xmlns="0a84972d-ef8c-45a9-9686-55cfd8231be0">
      <Terms xmlns="http://schemas.microsoft.com/office/infopath/2007/PartnerControls"/>
    </lcf76f155ced4ddcb4097134ff3c332f>
    <TaxCatchAll xmlns="3c35e321-f73a-4dae-ae38-a0459de24735" xsi:nil="true"/>
  </documentManagement>
</p:properties>
</file>

<file path=customXml/itemProps1.xml><?xml version="1.0" encoding="utf-8"?>
<ds:datastoreItem xmlns:ds="http://schemas.openxmlformats.org/officeDocument/2006/customXml" ds:itemID="{3E3E83F0-6E45-4BB2-99A3-73A594F63EE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B24D5D3-2BE3-4278-95F2-2A2616C3DAA3}"/>
</file>

<file path=customXml/itemProps3.xml><?xml version="1.0" encoding="utf-8"?>
<ds:datastoreItem xmlns:ds="http://schemas.openxmlformats.org/officeDocument/2006/customXml" ds:itemID="{911035EC-6D18-44A4-BB42-C9DEBF2D5983}">
  <ds:schemaRefs>
    <ds:schemaRef ds:uri="http://schemas.microsoft.com/office/2006/metadata/properties"/>
    <ds:schemaRef ds:uri="http://purl.org/dc/dcmitype/"/>
    <ds:schemaRef ds:uri="http://schemas.microsoft.com/office/infopath/2007/PartnerControls"/>
    <ds:schemaRef ds:uri="http://purl.org/dc/elements/1.1/"/>
    <ds:schemaRef ds:uri="http://www.w3.org/XML/1998/namespace"/>
    <ds:schemaRef ds:uri="http://schemas.microsoft.com/office/2006/documentManagement/types"/>
    <ds:schemaRef ds:uri="13f2c8c6-9aca-4830-85ce-a55535ee011e"/>
    <ds:schemaRef ds:uri="http://purl.org/dc/terms/"/>
    <ds:schemaRef ds:uri="http://schemas.openxmlformats.org/package/2006/metadata/core-properties"/>
  </ds:schemaRefs>
</ds:datastoreItem>
</file>

<file path=docMetadata/LabelInfo.xml><?xml version="1.0" encoding="utf-8"?>
<clbl:labelList xmlns:clbl="http://schemas.microsoft.com/office/2020/mipLabelMetadata">
  <clbl:label id="{de08c407-19b9-427d-9fe8-edf254300ca7}" enabled="0" method="" siteId="{de08c407-19b9-427d-9fe8-edf254300ca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6330</TotalTime>
  <Words>458</Words>
  <Application>Microsoft Office PowerPoint</Application>
  <PresentationFormat>Widescreen</PresentationFormat>
  <Paragraphs>70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Cambria</vt:lpstr>
      <vt:lpstr>Gellix</vt:lpstr>
      <vt:lpstr>1_Office Theme</vt:lpstr>
      <vt:lpstr>2_Office Theme</vt:lpstr>
      <vt:lpstr>MVP Presentation &lt;Team Name&gt;</vt:lpstr>
      <vt:lpstr>PowerPoint Presentation</vt:lpstr>
      <vt:lpstr>PowerPoint Presentation</vt:lpstr>
      <vt:lpstr>PowerPoint Presentation</vt:lpstr>
      <vt:lpstr>PowerPoint Presentation</vt:lpstr>
      <vt:lpstr>Additional slides</vt:lpstr>
      <vt:lpstr>Thank you</vt:lpstr>
      <vt:lpstr>For student’s consumption : Technoverse – MVP Evaluation Criteria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Bluebolt Excellence Awards 2025 FAQ Document</dc:title>
  <dc:subject/>
  <cp:keywords/>
  <dc:description/>
  <cp:lastModifiedBy>Mahajani, Shilpa (Cognizant)</cp:lastModifiedBy>
  <cp:revision>1</cp:revision>
  <dcterms:created xsi:type="dcterms:W3CDTF">2022-04-01T05:31:57Z</dcterms:created>
  <dcterms:modified xsi:type="dcterms:W3CDTF">2026-04-30T09:31:25Z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Rejected By">
    <vt:lpwstr/>
  </property>
  <property fmtid="{D5CDD505-2E9C-101B-9397-08002B2CF9AE}" pid="4" name="Will our competitors be interested in acquiring the information shared in this document?">
    <vt:lpwstr>Little or no chance</vt:lpwstr>
  </property>
  <property fmtid="{D5CDD505-2E9C-101B-9397-08002B2CF9AE}" pid="5" name="Criticality">
    <vt:lpwstr>C3</vt:lpwstr>
  </property>
  <property fmtid="{D5CDD505-2E9C-101B-9397-08002B2CF9AE}" pid="6" name="Last Updated By">
    <vt:lpwstr>717;#717</vt:lpwstr>
  </property>
  <property fmtid="{D5CDD505-2E9C-101B-9397-08002B2CF9AE}" pid="7" name="ContentTypeId">
    <vt:lpwstr>0x010100C0E60DD53B08764D9FBA21DBED3214CC</vt:lpwstr>
  </property>
  <property fmtid="{D5CDD505-2E9C-101B-9397-08002B2CF9AE}" pid="8" name="PreviousFeatured">
    <vt:lpwstr>Approved-False</vt:lpwstr>
  </property>
  <property fmtid="{D5CDD505-2E9C-101B-9397-08002B2CF9AE}" pid="9" name="Approved Date">
    <vt:filetime>2025-12-22T13:28:00Z</vt:filetime>
  </property>
  <property fmtid="{D5CDD505-2E9C-101B-9397-08002B2CF9AE}" pid="10" name="Approved By">
    <vt:lpwstr>717;#717</vt:lpwstr>
  </property>
</Properties>
</file>