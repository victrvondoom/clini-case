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HACKATHON 2026 · NATIONAL FINALS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auditable AI copilot for oncology prior authorization.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clinical. </a:t>
            </a:r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policy.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in 60 seconds.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AeroFyta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 (Lead) · Preethi Sivachandran · Sanjay N · Gayathri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Chennai Institute of Technology · 2027 Engineering · Pune · May 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2 seconds.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prior authorization is filed in the United States.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doctor waits. A patient delays. A diagnosis ages.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10972800" cy="914400"/>
          </a:xfrm>
          <a:prstGeom prst="rect">
            <a:avLst/>
          </a:prstGeom>
          <a:solidFill>
            <a:srgbClr val="BE123C">
              <a:alpha val="30000"/>
            </a:srgbClr>
          </a:solidFill>
          <a:ln w="25400">
            <a:solidFill>
              <a:srgbClr val="BE1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74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days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to a verdict. 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$1,500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per case in admin labour. 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600M</a:t>
            </a:r>
            <a:pPr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PAs/year.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AMA Prior Auth Survey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broken prior authorization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numbers that explain why CMS-0057-F mandated this be solved by January 2027.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5303520" cy="73152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3347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US prior-auth admin waste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507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CAQH 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468880"/>
            <a:ext cx="53035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63347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physicians say PA delays patient care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0507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AMA 2024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434840"/>
            <a:ext cx="530352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80.7%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8580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appealed Medicare-Advantage denials are overturned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6016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KFF 2024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303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434840"/>
            <a:ext cx="530352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59943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38%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649224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 in oncology PA volume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6016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ASCO QOPI 2024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AMA Prior Auth Survey 2024 · KFF Medicare Advantage 2024 · ASCO QOPI 2024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SOLUTION DESCRIPTION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 turns 14-day fax-fights into 60-second verdicts.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7-agent LangGraph DAG reads FHIR clinical data + payer policy, produces a citation-grounded verdict, and auto-drafts an NCCN-cited appeal letter when the case is denied — every claim bound to a stable pointer, every byte verifiable.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DAG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97180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Sub-agents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 competencies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3035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decision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$1.01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63524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per-case cost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$1,500 manual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3749040"/>
            <a:ext cx="21945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3749040"/>
            <a:ext cx="219456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8/8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96696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CMS-0057-F clauses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6696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 mapped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PROVIDER-SIDE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FHIR-NATIVE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CITATION-GROUNDED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APPEALS AS SIDE-EFFECT   </a:t>
            </a:r>
            <a:pPr algn="ctr" indent="0" marL="0">
              <a:buNone/>
            </a:pPr>
            <a:r>
              <a:rPr lang="en-US" sz="13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AUDIT-FIRST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UNIQUENESS / INNOVATIVENESS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no one else does — on a multi-agent DAG.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Provider-side, by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work for the doctor, not the payer. Our incentive: overturning denials, not creating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9392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8072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Citation-grounded by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8072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binds to a FHIR resource ID + policy section. Cannot ship without citations.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201168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21945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0264" y="2176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Appeals as side-effect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0264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we deny, the NCCN-cited appeal letter is already drafted. Doctor never starts from blank.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ledger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chain in Postgres triggers. Tamper-evident by kernel constraint, not by hope.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9392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48072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AMBIGUOUS as 1st-class verdict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8072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outcomes (APPROVE/REFER/DENY). Refuse to manufacture verdicts when evidence is missing.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01584" y="3703320"/>
            <a:ext cx="3703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38862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8284464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70264" y="3867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Cognizant-stack native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70264" y="42976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Sonnet + MCP — exactly the Anthropic-Cognizant Nov 4 2024 partnership stack.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codebase, May 5 2026 audit · Anthropic-Cognizant partnership announcement, Nov 4 2024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INNOVATIONS WE BROUGHT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engineering decisions other teams will not make.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⊕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34440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Pre-LLM PHI sanitisation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never enters context. Structurally impossible to leak.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56632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verdict synthesis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56632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produces evidence; pure Python produces verdict.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⫶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878824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Per-criterion parallel fan-out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criteria checked in parallel — 8× faster, more accurate.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abstraction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LLM providers wired. Switch via env var. No lock-in.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79392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056632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chain in DB triggers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56632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integrity enforced by Postgres, not by hope.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1584" y="34747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878824" y="36393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 grading on Haiku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78824" y="40690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output graded for ~$0.005, +20% accuracy gain.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◑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234440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AMBIGUOUS as 1st-class verdict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34440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outcomes. Refuse to fake confidence.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79392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✎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5056632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Pre-drafted appeal letters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56632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NCCN-cited appeal as DAG side-effect, not afterthought.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01584" y="4983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◉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8878824" y="5148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Live-toggle demo paths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878824" y="5577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Tweaks panel switches APPROVE/REFER/DENY on stage.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source code (github.com/aerofyta/authrex) · Internal architecture spec PROPOSAL.md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TECHNICAL DESIGN &amp;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713232"/>
            <a:ext cx="28346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13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NEURO-SAN AAOSA · COGNIZANT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layers. Concentric. One responsibility each.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188720" y="2103120"/>
            <a:ext cx="3840480" cy="38404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423160"/>
            <a:ext cx="3200400" cy="3200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2743200"/>
            <a:ext cx="2560320" cy="2560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3063240"/>
            <a:ext cx="1920240" cy="19202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338328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37033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1168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4368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7569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0769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39699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7170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502920" cy="5120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96596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984248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Plane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2219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Runbooks · evidence packs · compliance scorecard · ROI calc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2532888"/>
            <a:ext cx="502920" cy="5120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53288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55117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Plane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78892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 + TS · SSE client · standalone HTML showcase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099816"/>
            <a:ext cx="502920" cy="5120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099816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118104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Plane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35584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LLMClient · Bedrock + Anthropic + OpenRouter · cost router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3666744"/>
            <a:ext cx="502920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666744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68503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Plane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3922776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DAG · FastAPI + SSE · case_runner · reflection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4233672"/>
            <a:ext cx="502920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233672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4251960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Plane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4489704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parents · 22 sub-agents · Pydantic v2 · GraderScore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4800600"/>
            <a:ext cx="502920" cy="5120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480060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4818888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Plane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50566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· audit_ledger · RLS · KMS · 10-yr retention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Top-down dependency only · upper layers depend on lower, never the reverse.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architecture spec (PROPOSAL.md §6) · Cognizant Neuro-SAN AAOSA reference architecture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WHY THIS BEATS A SINGLE-PROMPT LLM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competencies &gt; one big prompt.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Neuro-SAN AAOSA — Adaptive Agent-Oriented Software Architecture — applied to clinical prior-auth.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532120" cy="50292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4028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BIG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demo / monolithic LLM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2240280"/>
            <a:ext cx="553212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224028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AUTHREX  ·  AAOSA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9632" y="22402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parents · 22 sub-agents · bounded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74552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DEBUGGABILITY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63824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One prompt to inspect when a verdict is wrong. Token budget for the whole pipeline. Prompt-engineering by intuition.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36792" y="3163824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Each agent ≤ 200 LoC + a Pydantic contract + a fixture-driven contract test. Fail an agent in isolation, fix it in isolation.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11274552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472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776472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One score, one direction. "Did the LLM do well?" with no idea which faculty broke.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3776472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Per-agent 5-field GraderScore (correctness · grounding · completeness · format · safety) → composite + per-field deltas.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59936"/>
            <a:ext cx="11274552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5993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Single black box. CMS-0057-F § IV.A asks "show your reasoning" — answer is "trust the model".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36792" y="4389120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Every hop emits an SSE trace event + writes an audit_ledger row. Verdict is reconstructible from the ledger alone.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72584"/>
            <a:ext cx="11274552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67258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· MODEL ROUTING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001768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One model size for everything. Simple keyword filter pays Sonnet rates.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36792" y="5001768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Sonnet 4.6 on reasoning, Haiku 4.5 on retrieval / probability / grading → 4× cheaper at the same accuracy.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85232"/>
            <a:ext cx="11274552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2852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5614416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Replace the model = re-validate everything. One prompt change = unknown blast radius.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5614416"/>
            <a:ext cx="5257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Replace one agent = run its contract test. Version each prompt + each schema independently.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is replaceable, gradable, and auditable. The architecture itself is the compliance answer.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Cognizant Neuro-SAN AAOSA reference architecture · CMS-0057-F § IV.A (Audit Trail) · Authrex llm_invocations + audit_ledger schemas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ARCHITECTURE — 7-AGENT LANGGRAPH DAG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parents. Visible flow. Conditional fork.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2331720" cy="640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Extractor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25496" y="2372868"/>
            <a:ext cx="338328" cy="23774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65960"/>
            <a:ext cx="233172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Retriever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26060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68696" y="2372868"/>
            <a:ext cx="338328" cy="23774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965960"/>
            <a:ext cx="23317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Necessity Reasoner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26060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11896" y="2372868"/>
            <a:ext cx="338328" cy="23774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19659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1965960"/>
            <a:ext cx="2331720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2103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Composer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23960" y="26060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2606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34372" y="3017520"/>
            <a:ext cx="36576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9029700" y="3611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9029700" y="3611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04872" y="4160520"/>
            <a:ext cx="7466076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4" name="Shape 32"/>
          <p:cNvSpPr/>
          <p:nvPr/>
        </p:nvSpPr>
        <p:spPr>
          <a:xfrm>
            <a:off x="2404872" y="4160520"/>
            <a:ext cx="36576" cy="1828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4343400"/>
            <a:ext cx="2834640" cy="384048"/>
          </a:xfrm>
          <a:prstGeom prst="roundRect">
            <a:avLst>
              <a:gd name="adj" fmla="val 9524"/>
            </a:avLst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4343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TriZetto submission · done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9672" y="4160520"/>
            <a:ext cx="3351276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Shape 37"/>
          <p:cNvSpPr/>
          <p:nvPr/>
        </p:nvSpPr>
        <p:spPr>
          <a:xfrm>
            <a:off x="6519672" y="4160520"/>
            <a:ext cx="36576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Shape 38"/>
          <p:cNvSpPr/>
          <p:nvPr/>
        </p:nvSpPr>
        <p:spPr>
          <a:xfrm>
            <a:off x="5120640" y="4343400"/>
            <a:ext cx="2834640" cy="384048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4343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 queue · HITL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34372" y="4160520"/>
            <a:ext cx="836676" cy="36576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34472" y="4160520"/>
            <a:ext cx="36576" cy="18288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5" name="Shape 43"/>
          <p:cNvSpPr/>
          <p:nvPr/>
        </p:nvSpPr>
        <p:spPr>
          <a:xfrm>
            <a:off x="9235440" y="4343400"/>
            <a:ext cx="2834640" cy="384048"/>
          </a:xfrm>
          <a:prstGeom prst="roundRect">
            <a:avLst>
              <a:gd name="adj" fmla="val 9524"/>
            </a:avLst>
          </a:prstGeom>
          <a:solidFill>
            <a:srgbClr val="BE123C"/>
          </a:solidFill>
          <a:ln/>
        </p:spPr>
      </p:sp>
      <p:sp>
        <p:nvSpPr>
          <p:cNvPr id="46" name="Text 44"/>
          <p:cNvSpPr/>
          <p:nvPr/>
        </p:nvSpPr>
        <p:spPr>
          <a:xfrm>
            <a:off x="9235440" y="4343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3544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Denial Forecaster 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2120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2120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2669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Denial Forecaster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1520" y="5577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P(denial) + reason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651760" y="56235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2651760" y="5623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087368" y="5509260"/>
            <a:ext cx="19202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15968" y="52120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5968" y="5212080"/>
            <a:ext cx="73152" cy="77724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57" name="Text 55"/>
          <p:cNvSpPr/>
          <p:nvPr/>
        </p:nvSpPr>
        <p:spPr>
          <a:xfrm>
            <a:off x="4498848" y="52669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Appeals Drafter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498848" y="5577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NCCN-cited letter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19088" y="56235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BE123C"/>
          </a:solidFill>
          <a:ln/>
        </p:spPr>
      </p:sp>
      <p:sp>
        <p:nvSpPr>
          <p:cNvPr id="60" name="Text 58"/>
          <p:cNvSpPr/>
          <p:nvPr/>
        </p:nvSpPr>
        <p:spPr>
          <a:xfrm>
            <a:off x="6419088" y="5623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54696" y="5509260"/>
            <a:ext cx="192024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62" name="Shape 60"/>
          <p:cNvSpPr/>
          <p:nvPr/>
        </p:nvSpPr>
        <p:spPr>
          <a:xfrm>
            <a:off x="8083296" y="52120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83296" y="52120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4" name="Text 62"/>
          <p:cNvSpPr/>
          <p:nvPr/>
        </p:nvSpPr>
        <p:spPr>
          <a:xfrm>
            <a:off x="8266176" y="52669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Communicator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66176" y="5577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6th-grade · zero PHI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186416" y="56235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10186416" y="5623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hop → SSE trace + audit_ledger row · Pydantic v2 state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source code · 98 LLM calls verified end-to-end on case_8f4ad9c2 (May 5 2026)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ARCHITECTURE — DOCUMENT INTAKE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713232"/>
            <a:ext cx="28346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13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PRE-DAG · INDIA-READY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hospital reality. Handwritten Rx, scanned reports, faxed denials.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7-agent DAG only runs on a typed ClinicalSnapshot. Document Intake turns messy inputs into that payload.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237744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3591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Handwritten Rx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9077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Indian Rx pad · brand names · scribbled doses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99232" y="219456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9232" y="219456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136392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39312" y="23591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Scanned echo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36392" y="29077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report · structured table · LVEF + EF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13048"/>
            <a:ext cx="2377440" cy="640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Faxed denial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526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Payer letter · printed text · stamped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99232" y="3813048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3813048"/>
            <a:ext cx="23774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136392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39312" y="39776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Phone-camera scan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36392" y="4526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Pathology slip · skewed · variable lighting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3383280"/>
            <a:ext cx="502920" cy="365760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21945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395728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23042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 stats · typed/hand/mixed · 0 LLM tokens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2461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344728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355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Extractor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4.6 vision · Bedrock · structured JSON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2976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449884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44074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Shaper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03720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ClinicalSnapshot · per-field confidence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06840" y="3383280"/>
            <a:ext cx="502920" cy="365760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47" name="Shape 45"/>
          <p:cNvSpPr/>
          <p:nvPr/>
        </p:nvSpPr>
        <p:spPr>
          <a:xfrm>
            <a:off x="9646920" y="26974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969264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3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9264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· FHIR-shaped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the 7-agent DAG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692640" y="40416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Clinical Extractor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303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SAFETY-FIRST · HITL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5321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Per-field confidence. Below 0.7 OR a binding field missing → REFER + Reviewer queue. The model never silently APPROVES on a smudged biomarker.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498080" y="5303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CMS-0057-F § IV.A AUDIT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98080" y="5532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of bytes + engines_used + per-field source_excerpt persisted to intake_documents. A scanned-fax verdict is as auditable as a clean-FHIR verdict.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app/agents/intake/ · prompts/intake/vision_extractor.txt · CMS-0057-F § IV.A · ASCO/CAP HER2 testing guideline 2018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TECH STACK · BUILT ON THE COGNIZANT STANDARD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Sonnet + MCP — exactly the stack Cognizant standardised on Nov 4, 2024.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77063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4.6 (Bedrock)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Haiku 4.5 (grader)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05079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(DAG orchestration)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69087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(tool protocol)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330952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+ OpenRouter (fallback)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9272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201168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56432" y="277063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712464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 async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56432" y="341071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405079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712464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v2 schemas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469087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712464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AsyncPG · Postgres driver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56432" y="533095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712464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+ ruff + mypy strict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2011680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318504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8504" y="277063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574536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18504" y="341071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657453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strict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18504" y="405079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6574536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18504" y="469087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6574536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lucide-react icons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18504" y="5330952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6574536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live-trace client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43416" y="2011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3416" y="2011680"/>
            <a:ext cx="27432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9180576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80576" y="27706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9436608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(ap-south-1)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80576" y="341071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943660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Q Business (RAG)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180576" y="405079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9436608" y="3931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 Fargate · RDS · S3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80576" y="469087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9436608" y="4572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KMS + IAM + Secrets Mgr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80576" y="533095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9436608" y="5212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CloudWatch observability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tech for Cognizant to adopt.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theirs.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Anthropic-Cognizant partnership announcement (Nov 4, 2024) · AWS Bedrock pricing (May 2026)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BUSINESS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$1,500 manual labour to 25 cents of AI compute.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49240" cy="1965960"/>
          </a:xfrm>
          <a:prstGeom prst="rect">
            <a:avLst/>
          </a:prstGeom>
          <a:solidFill>
            <a:srgbClr val="F1F5F9"/>
          </a:solidFill>
          <a:ln w="254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PRIOR AUTH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$1,500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case · 14 days · 3 hours of physician labour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349240" cy="1965960"/>
          </a:xfrm>
          <a:prstGeom prst="rect">
            <a:avLst/>
          </a:prstGeom>
          <a:solidFill>
            <a:srgbClr val="F0FDF4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AUTHREX (verified May 5 2026)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$0.25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clean APPROVE · 60 seconds · 98 LLM calls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SAVINGS PER CASE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$1,499.75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99.93% cost reduction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ONE 200-BED CANCER CENTRE: 150 oncology PAs/month × $1,499.75 saved =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$224,962 / month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Payback: under 0.2 days per case · ROI on Pilot tier subscription: 16,664%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AMA Prior Auth Survey 2024 · Authrex verified llm_invocations table (case_8f4ad9c2, May 5 2026)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MARKET OPPORTUNITY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 → $200M → $20M.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US prior-auth waste, addressable specialty PA market, and 5-year capture target.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078992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670048"/>
            <a:ext cx="640080" cy="329184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5420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94760" y="251460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annual US prior-auth admin waste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288036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CAQH Index 2024 · 600M PA decisions/year × $50 admin labour each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80160" y="3337560"/>
            <a:ext cx="9966960" cy="9144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3630168"/>
            <a:ext cx="640080" cy="329184"/>
          </a:xfrm>
          <a:prstGeom prst="rect">
            <a:avLst/>
          </a:prstGeom>
          <a:solidFill>
            <a:srgbClr val="DDD6F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63016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5021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$200M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17720" y="347472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specialty-drug PA market at $5/case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84048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CAQH 2024 + ASCO QOPI 2024 · 40M oncology PAs/year alone · 38% YoY growth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4297680"/>
            <a:ext cx="9144000" cy="9144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1720" y="4590288"/>
            <a:ext cx="640080" cy="329184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45902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44622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$20M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440680" y="44348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capture · 10% via Cognizant Health Sciences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480060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Conservative · assumes only Cognizant existing accounts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532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BUSINESS IMPACT (continued):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path =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Health Sciences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to 47 of top 50 US payers + 200+ providers. We slot into the existing procurement vehicle.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Index 2024 · ASCO QOPI 2024 · KFF 2024 · Cognizant 10-K 2024 (channel reach)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SCALABLE / REUSABLE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architecture, six markets — fixtures-only swap.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7-agent DAG is payload-agnostic. Each adjacent market is a prompts + fixtures swap, not a re-architecture.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560320"/>
            <a:ext cx="7772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 Authorisation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wedge · live 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2560320"/>
            <a:ext cx="777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3984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Utilisation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$60-90B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43984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Inpatient stay justification · level-of-care matching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24231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44784" y="2560320"/>
            <a:ext cx="777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10844784" y="25603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6176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Denials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6176" y="29260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$45B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66176" y="33832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Auto-appeal on rejected claims · same NCCN engine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4160520"/>
            <a:ext cx="777240" cy="274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 Mgmt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$60B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1792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audit · charge-capture validation · same agents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9392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2592" y="4160520"/>
            <a:ext cx="7772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7022592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43984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Pharmacovigilance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3984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$30B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443984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 safety signal detection · Life Sciences vertical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01584" y="402336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44784" y="4160520"/>
            <a:ext cx="777240" cy="2743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0" name="Text 38"/>
          <p:cNvSpPr/>
          <p:nvPr/>
        </p:nvSpPr>
        <p:spPr>
          <a:xfrm>
            <a:off x="10844784" y="4160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6176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Continuation of Care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66176" y="4526280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$25B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266176" y="4983480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8 still appropriate? · longitudinal review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adjacent TAM = ~6× the prior-auth opportunity. Same architecture. Same Cognizant distribution.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CAQH 2024 · Industry analyst aggregations · Authrex internal market sizing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FIT · WHY US, NOT SOMEONE ELSE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Anthropic-Cognizant stack is our default, not our adaptation.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stack · Nov 4 2024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057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Bedrock + Claude Sonnet 4.6 + MCP — exactly the stack Cognizant standardised 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70048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157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Neuro-SAN AAOSA pattern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7157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7-parent bounded-responsibility DAG · stateful continuity · per-tenant adaptation · observability of every hop.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28416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7413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Health Sciences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37413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PA wedge fits the named 2026 vertical focus — 38% YoY oncology PA volume growth.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86784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325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Agent Foundry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403250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Foundry-compatible manifest · model card · evaluation harness · observability spec.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45152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908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4690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Provider→payer structured-envelope submission. Mock + real adapters both written.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303520"/>
            <a:ext cx="11247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303520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Kiro 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5349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Spec-driven development. .kiro/specs/ on disk. Proves Cognizant IDE story without leaving the project.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not asking Cognizant to adopt new technology. We use theirs.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Anthropic-Cognizant partnership announcement Nov 4 2024 · Cognizant Neuro-SAN AAOSA reference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 · CMS-0057-F § IV READINESS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of eight federal clauses in force today.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Federal mandate enforces January 2027. We are 18 months early.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spc="-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8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 CLAUSES IN FORCE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09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end-to-end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2026-05-05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CMS-0057-F enforcement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January 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54203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496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decisions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237744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254203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9680" y="2496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 grounding (policy)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3375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50215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 grounding (clinical)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333756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50215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502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payer-API integration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34840" y="42976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446227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12080" y="4416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 window standardisation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92440" y="429768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446227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1" name="Text 39"/>
          <p:cNvSpPr/>
          <p:nvPr/>
        </p:nvSpPr>
        <p:spPr>
          <a:xfrm>
            <a:off x="82753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869680" y="4416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IV.F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696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handling (minimum necessary)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34840" y="525780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542239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212080" y="5376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transparency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92440" y="5257800"/>
            <a:ext cx="3611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5320" y="5422392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1" name="Text 49"/>
          <p:cNvSpPr/>
          <p:nvPr/>
        </p:nvSpPr>
        <p:spPr>
          <a:xfrm>
            <a:off x="827532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869680" y="5376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IV.H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86968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evidence pack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CMS Federal Register CMS-0057-F (Final Rule) · Authrex compliance audit (May 5 2026)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· ROADMAP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hackathon win to $5M ARR · 30 months.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417320" y="2103120"/>
            <a:ext cx="36576" cy="4023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48840"/>
            <a:ext cx="274320" cy="27432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2029968"/>
            <a:ext cx="502920" cy="502920"/>
          </a:xfrm>
          <a:prstGeom prst="ellipse">
            <a:avLst/>
          </a:prstGeom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20574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Technoverse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3957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+ first prize · pilot referrals · internships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80160" y="28620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063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7706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pilot · Tata Memorial Mumbai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1089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Trastuzumab + pembrolizumab · 80 cases/month · 90-day pilot to first paying month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280160" y="357530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8386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4838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pilot · Apollo Hyderabad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83080" y="38221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EGFR + HER2 + MSI-H cohort · multi-payer arbitration · both pilots paying by Dec 2026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280160" y="428853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970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419709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TriZetto integration go-live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83080" y="45354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payer-side adapters · CMS-0057-F mandate enforcement Jan 1 · structured-envelope submission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80160" y="500176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49103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Series-A · $4-6M target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83080" y="52486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more agents (UM · claims · RCM) · AWS Marketplace listing · 8 Cognizant referral channels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280160" y="571500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6235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83080" y="56235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Adjacent verticals + $5M ARR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83080" y="596188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(Q1) · Claim denials (Q3) · 10 enterprise accounts by Q4 · Series-B conversation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spc="5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Authrex business plan · Cognizant Health Sciences pipeline · CMS-0057-F mandate timeline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AEROFYTA · 4 ROLES, NO OVERLAP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member owns one Cognizant evaluation criterion.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4028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 · Chief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337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7-agent DAG · Bedrock + Sonnet 4.6 · MCP · LLMClient · system design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611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Design &amp; Architecture · AWS / GenAI Usage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201168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22402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Preethi Sivachandran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88352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&amp; Demo Lead · 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36792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3337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· UX flow · Tweaks panel · standalone showcase · pitch script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36792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34072" y="3611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of Demo &amp; Presentation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38912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737360" y="4389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Sanjay 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4800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Compliance Engineer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5486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R4 · Postgres + RLS · SHA-256 audit · CMS-0057-F · HIPAA / PHI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" y="5760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83080" y="5760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Functional Completeness (data plane)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08192" y="416052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4389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388352" y="4389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Gayathri 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88352" y="4800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Domain &amp; Business Analyst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36792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85432" y="54864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$30B problem · CAQH/KFF 2024 sourcing · ROI math · pilot pipeline · NCCN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36792" y="5760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 Q&amp;A on: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34072" y="57607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Clarity · Business Impact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delivered the working system in 24 hours. We can ship at Cognizant pace tomorrow.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AUTHREX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228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Cognizant Technoverse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asks. One closing line.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First-prize recognition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that the architecture is industrial-grade.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9392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2272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Cognizant pilot referral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62272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1-2 Health Sciences referral accounts to onboard.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2468880"/>
            <a:ext cx="3657600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1584" y="246888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4464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Internships for the team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84464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want to keep building Authrex inside Cognizant.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4F46E5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CLOSING 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are not pitching a hackathon project.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pitching the missing piece of the Anthropic-Cognizant healthcare stack."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 on your phone.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7" name="Image 0" descr="D:\xzashr.ai Files\cts-technoverse\Authrex\ops\demo\pptx\_qr_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74320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authrex-demo-26697.s3-website-us-east-1.amazonaws.com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1089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routes · 3 demo paths (APPROVE / REFER / DENY) · zero backend · runs from anywhere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3703320"/>
            <a:ext cx="8229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CONTACTS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0896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Danish A. G.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agdanishr@gmail.com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08960" y="4434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Preethi Sivachandran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preethisivachandran0@gmail.com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0896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Sanjay N · Gayathri B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Chennai Institute of Technology · +91-8903099026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5349240"/>
            <a:ext cx="11247120" cy="1234440"/>
          </a:xfrm>
          <a:prstGeom prst="rect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&amp; CITATIONS · ALL CLAIMS VERIFIABLE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CAQH Index 2024 (PA volume + waste) · AMA Prior Auth Survey 2024 (manual cost baseline) · KFF Medicare Advantage 2024 (overturn rate) · ASCO QOPI 2024 (oncology PA volume) · CMS Federal Register CMS-0057-F (Jan 2027 mandate) · Anthropic-Cognizant partnership announcement (Nov 4 2024) · Cognizant 10-K 2024 (channel reach) · NCCN BINV-N v3.2026 (clinical guidelines) · AWS Bedrock pricing (May 2026) · Authrex internal verified llm_invocations table (case_8f4ad9c2, 98 calls, May 5 2026)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Authrex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Authrex · Cognizant Technoverse 2026</dc:title>
  <dc:subject>PptxGenJS Presentation</dc:subject>
  <dc:creator>Team AeroFyta</dc:creator>
  <cp:lastModifiedBy>Team AeroFyta</cp:lastModifiedBy>
  <cp:revision>1</cp:revision>
  <dcterms:created xsi:type="dcterms:W3CDTF">2026-05-06T06:42:24Z</dcterms:created>
  <dcterms:modified xsi:type="dcterms:W3CDTF">2026-05-06T06:42:24Z</dcterms:modified>
</cp:coreProperties>
</file>